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Nunito"/>
      <p:regular r:id="rId22"/>
      <p:bold r:id="rId23"/>
      <p:italic r:id="rId24"/>
      <p:boldItalic r:id="rId25"/>
    </p:embeddedFont>
    <p:embeddedFont>
      <p:font typeface="Poppins"/>
      <p:regular r:id="rId26"/>
      <p:bold r:id="rId27"/>
      <p:italic r:id="rId28"/>
      <p:boldItalic r:id="rId29"/>
    </p:embeddedFont>
    <p:embeddedFont>
      <p:font typeface="Poppins Medium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32">
          <p15:clr>
            <a:srgbClr val="A4A3A4"/>
          </p15:clr>
        </p15:guide>
        <p15:guide id="2" pos="232">
          <p15:clr>
            <a:srgbClr val="A4A3A4"/>
          </p15:clr>
        </p15:guide>
        <p15:guide id="3" pos="5519">
          <p15:clr>
            <a:srgbClr val="747775"/>
          </p15:clr>
        </p15:guide>
        <p15:guide id="4" orient="horz" pos="2999">
          <p15:clr>
            <a:srgbClr val="747775"/>
          </p15:clr>
        </p15:guide>
        <p15:guide id="5" orient="horz" pos="54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CF918A7-029E-4C2E-9733-C002C7E3B96E}">
  <a:tblStyle styleId="{3CF918A7-029E-4C2E-9733-C002C7E3B96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32" orient="horz"/>
        <p:guide pos="232"/>
        <p:guide pos="5519"/>
        <p:guide pos="2999" orient="horz"/>
        <p:guide pos="54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Medium-bold.fntdata"/><Relationship Id="rId30" Type="http://schemas.openxmlformats.org/officeDocument/2006/relationships/font" Target="fonts/PoppinsMedium-regular.fntdata"/><Relationship Id="rId33" Type="http://schemas.openxmlformats.org/officeDocument/2006/relationships/font" Target="fonts/PoppinsMedium-boldItalic.fntdata"/><Relationship Id="rId32" Type="http://schemas.openxmlformats.org/officeDocument/2006/relationships/font" Target="fonts/PoppinsMedium-italic.fntdata"/><Relationship Id="rId20" Type="http://schemas.openxmlformats.org/officeDocument/2006/relationships/slide" Target="slides/slide14.xml"/><Relationship Id="rId22" Type="http://schemas.openxmlformats.org/officeDocument/2006/relationships/font" Target="fonts/Nunito-regular.fntdata"/><Relationship Id="rId21" Type="http://schemas.openxmlformats.org/officeDocument/2006/relationships/slide" Target="slides/slide15.xml"/><Relationship Id="rId24" Type="http://schemas.openxmlformats.org/officeDocument/2006/relationships/font" Target="fonts/Nunito-italic.fntdata"/><Relationship Id="rId23" Type="http://schemas.openxmlformats.org/officeDocument/2006/relationships/font" Target="fonts/Nunito-bold.fntdata"/><Relationship Id="rId26" Type="http://schemas.openxmlformats.org/officeDocument/2006/relationships/font" Target="fonts/Poppins-regular.fntdata"/><Relationship Id="rId25" Type="http://schemas.openxmlformats.org/officeDocument/2006/relationships/font" Target="fonts/Nunito-boldItalic.fntdata"/><Relationship Id="rId28" Type="http://schemas.openxmlformats.org/officeDocument/2006/relationships/font" Target="fonts/Poppins-italic.fntdata"/><Relationship Id="rId27" Type="http://schemas.openxmlformats.org/officeDocument/2006/relationships/font" Target="fonts/Poppins-bold.fntdata"/><Relationship Id="rId29" Type="http://schemas.openxmlformats.org/officeDocument/2006/relationships/font" Target="fonts/Poppi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2b4b7f80f05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3" name="Google Shape;593;g2b4b7f80f05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2b68c940873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2b68c94087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fb4d7e9805_1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3fb4d7e9805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fb4d7e9805_1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3fb4d7e9805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fb4d7e9805_1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3fb4d7e9805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fb4d7e9805_1_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8" name="Google Shape;628;g3fb4d7e9805_1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fb4d7e9805_1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3fb4d7e9805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fb4d7e9805_1_1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3fb4d7e9805_1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fb4d7e9805_1_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3fb4d7e9805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fb4d7e9805_1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3fb4d7e9805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fb4d7e9805_1_1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3fb4d7e9805_1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fb4d7e9805_1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3fb4d7e9805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fb4d7e9805_1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3fb4d7e9805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fb4d7e9805_1_1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3fb4d7e9805_1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fb4d7e9805_1_1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3fb4d7e9805_1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1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8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jpg"/><Relationship Id="rId3" Type="http://schemas.openxmlformats.org/officeDocument/2006/relationships/image" Target="../media/image14.png"/><Relationship Id="rId4" Type="http://schemas.openxmlformats.org/officeDocument/2006/relationships/image" Target="../media/image22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UVERTURE_1" type="title">
  <p:cSld name="TITLE">
    <p:bg>
      <p:bgPr>
        <a:solidFill>
          <a:srgbClr val="0062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39200" y="4400900"/>
            <a:ext cx="2387364" cy="43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>
            <a:off x="0" y="0"/>
            <a:ext cx="741000" cy="74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740775" y="740991"/>
            <a:ext cx="741000" cy="148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740785" y="740775"/>
            <a:ext cx="2222400" cy="74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2"/>
          <p:cNvSpPr txBox="1"/>
          <p:nvPr>
            <p:ph type="title"/>
          </p:nvPr>
        </p:nvSpPr>
        <p:spPr>
          <a:xfrm>
            <a:off x="746075" y="741150"/>
            <a:ext cx="2217000" cy="7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1200"/>
              <a:buNone/>
              <a:defRPr sz="1200">
                <a:solidFill>
                  <a:srgbClr val="0062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UVERTURE_1 1">
  <p:cSld name="TITLE_4">
    <p:bg>
      <p:bgPr>
        <a:solidFill>
          <a:srgbClr val="0062FF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3"/>
          <p:cNvPicPr preferRelativeResize="0"/>
          <p:nvPr/>
        </p:nvPicPr>
        <p:blipFill rotWithShape="1">
          <a:blip r:embed="rId2">
            <a:alphaModFix/>
          </a:blip>
          <a:srcRect b="1597" l="15978" r="25600" t="30148"/>
          <a:stretch/>
        </p:blipFill>
        <p:spPr>
          <a:xfrm flipH="1">
            <a:off x="3773852" y="0"/>
            <a:ext cx="5370148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6370700" y="4367125"/>
            <a:ext cx="2034300" cy="49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6400800" y="4427425"/>
            <a:ext cx="20688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Solutions entreprises</a:t>
            </a:r>
            <a:endParaRPr b="1" sz="1300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8405100" y="3871525"/>
            <a:ext cx="495600" cy="49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318625" y="0"/>
            <a:ext cx="39423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3600925" y="2162950"/>
            <a:ext cx="1158600" cy="21240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23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975" y="428275"/>
            <a:ext cx="2387364" cy="43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/>
          <p:nvPr/>
        </p:nvSpPr>
        <p:spPr>
          <a:xfrm>
            <a:off x="3767050" y="0"/>
            <a:ext cx="1714800" cy="34296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3773850" y="2572200"/>
            <a:ext cx="25653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 txBox="1"/>
          <p:nvPr>
            <p:ph type="ctrTitle"/>
          </p:nvPr>
        </p:nvSpPr>
        <p:spPr>
          <a:xfrm>
            <a:off x="367975" y="1335450"/>
            <a:ext cx="4462800" cy="285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UVERTURE_2">
  <p:cSld name="TITLE_3">
    <p:bg>
      <p:bgPr>
        <a:solidFill>
          <a:srgbClr val="0062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 b="0" l="21649" r="8761" t="0"/>
          <a:stretch/>
        </p:blipFill>
        <p:spPr>
          <a:xfrm>
            <a:off x="3773852" y="0"/>
            <a:ext cx="5370148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975" y="428275"/>
            <a:ext cx="2387364" cy="4353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/>
          <p:nvPr/>
        </p:nvSpPr>
        <p:spPr>
          <a:xfrm>
            <a:off x="8260925" y="-75"/>
            <a:ext cx="883200" cy="8832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6494525" y="-75"/>
            <a:ext cx="883200" cy="8832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611325" y="883125"/>
            <a:ext cx="883200" cy="8832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3678350" y="883125"/>
            <a:ext cx="978600" cy="19743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3678350" y="2649525"/>
            <a:ext cx="1861800" cy="8832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 txBox="1"/>
          <p:nvPr>
            <p:ph type="ctrTitle"/>
          </p:nvPr>
        </p:nvSpPr>
        <p:spPr>
          <a:xfrm>
            <a:off x="367975" y="1335450"/>
            <a:ext cx="3945000" cy="285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UVERTURE_3">
  <p:cSld name="TITLE_3_1">
    <p:bg>
      <p:bgPr>
        <a:solidFill>
          <a:srgbClr val="0062FF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 b="11698" l="0" r="0" t="11698"/>
          <a:stretch/>
        </p:blipFill>
        <p:spPr>
          <a:xfrm>
            <a:off x="3773852" y="0"/>
            <a:ext cx="5370146" cy="5143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975" y="428275"/>
            <a:ext cx="2387364" cy="4353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5"/>
          <p:cNvSpPr/>
          <p:nvPr/>
        </p:nvSpPr>
        <p:spPr>
          <a:xfrm>
            <a:off x="8260925" y="-75"/>
            <a:ext cx="883200" cy="8832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4657050" y="3532725"/>
            <a:ext cx="883200" cy="8832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3655125" y="2649525"/>
            <a:ext cx="1002000" cy="8832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7377725" y="883125"/>
            <a:ext cx="883200" cy="8832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3655125" y="883125"/>
            <a:ext cx="1002000" cy="8832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3655125" y="1766325"/>
            <a:ext cx="1002000" cy="8832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8260925" y="1766325"/>
            <a:ext cx="883200" cy="8832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 txBox="1"/>
          <p:nvPr>
            <p:ph type="ctrTitle"/>
          </p:nvPr>
        </p:nvSpPr>
        <p:spPr>
          <a:xfrm>
            <a:off x="367975" y="1335450"/>
            <a:ext cx="3945000" cy="285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9" name="Google Shape;49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6370700" y="4367125"/>
            <a:ext cx="2034300" cy="49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 txBox="1"/>
          <p:nvPr/>
        </p:nvSpPr>
        <p:spPr>
          <a:xfrm>
            <a:off x="6400800" y="4427425"/>
            <a:ext cx="20688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Solutions entreprises</a:t>
            </a:r>
            <a:endParaRPr b="1" sz="1300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8405100" y="3871525"/>
            <a:ext cx="495600" cy="49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UVERTURE_3 1">
  <p:cSld name="TITLE_3_1_1">
    <p:bg>
      <p:bgPr>
        <a:solidFill>
          <a:srgbClr val="0062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6"/>
          <p:cNvPicPr preferRelativeResize="0"/>
          <p:nvPr/>
        </p:nvPicPr>
        <p:blipFill rotWithShape="1">
          <a:blip r:embed="rId2">
            <a:alphaModFix/>
          </a:blip>
          <a:srcRect b="11698" l="0" r="0" t="11698"/>
          <a:stretch/>
        </p:blipFill>
        <p:spPr>
          <a:xfrm>
            <a:off x="3773852" y="0"/>
            <a:ext cx="5370146" cy="5143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975" y="428275"/>
            <a:ext cx="2387364" cy="4353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6"/>
          <p:cNvSpPr/>
          <p:nvPr/>
        </p:nvSpPr>
        <p:spPr>
          <a:xfrm>
            <a:off x="8260925" y="-75"/>
            <a:ext cx="883200" cy="8832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4657050" y="3532725"/>
            <a:ext cx="883200" cy="8832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3655125" y="2649525"/>
            <a:ext cx="1002000" cy="8832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7377725" y="883125"/>
            <a:ext cx="883200" cy="8832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3655125" y="883125"/>
            <a:ext cx="1002000" cy="8832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3655125" y="1766325"/>
            <a:ext cx="1002000" cy="8832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8260925" y="1766325"/>
            <a:ext cx="883200" cy="8832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 txBox="1"/>
          <p:nvPr>
            <p:ph type="ctrTitle"/>
          </p:nvPr>
        </p:nvSpPr>
        <p:spPr>
          <a:xfrm>
            <a:off x="367975" y="1335450"/>
            <a:ext cx="3945000" cy="285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4" name="Google Shape;64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UVERTURE_3 1 1">
  <p:cSld name="TITLE_3_1_1_1">
    <p:bg>
      <p:bgPr>
        <a:solidFill>
          <a:srgbClr val="0062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7"/>
          <p:cNvPicPr preferRelativeResize="0"/>
          <p:nvPr/>
        </p:nvPicPr>
        <p:blipFill rotWithShape="1">
          <a:blip r:embed="rId2">
            <a:alphaModFix/>
          </a:blip>
          <a:srcRect b="14086" l="0" r="7020" t="19122"/>
          <a:stretch/>
        </p:blipFill>
        <p:spPr>
          <a:xfrm>
            <a:off x="3773850" y="0"/>
            <a:ext cx="537015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975" y="428275"/>
            <a:ext cx="2387364" cy="4353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7"/>
          <p:cNvSpPr/>
          <p:nvPr/>
        </p:nvSpPr>
        <p:spPr>
          <a:xfrm>
            <a:off x="8260925" y="-75"/>
            <a:ext cx="883200" cy="8832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/>
          <p:nvPr/>
        </p:nvSpPr>
        <p:spPr>
          <a:xfrm>
            <a:off x="4657050" y="3532725"/>
            <a:ext cx="883200" cy="8832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3655125" y="2649525"/>
            <a:ext cx="1002000" cy="8832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7377725" y="883125"/>
            <a:ext cx="883200" cy="8832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3655125" y="883125"/>
            <a:ext cx="1002000" cy="8832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3655125" y="1766325"/>
            <a:ext cx="1002000" cy="8832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8260925" y="1766325"/>
            <a:ext cx="883200" cy="8832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 txBox="1"/>
          <p:nvPr>
            <p:ph type="ctrTitle"/>
          </p:nvPr>
        </p:nvSpPr>
        <p:spPr>
          <a:xfrm>
            <a:off x="367975" y="1335450"/>
            <a:ext cx="3945000" cy="285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DE GARDE_1">
  <p:cSld name="TITLE_2">
    <p:bg>
      <p:bgPr>
        <a:solidFill>
          <a:srgbClr val="0062F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8"/>
          <p:cNvPicPr preferRelativeResize="0"/>
          <p:nvPr/>
        </p:nvPicPr>
        <p:blipFill rotWithShape="1">
          <a:blip r:embed="rId2">
            <a:alphaModFix/>
          </a:blip>
          <a:srcRect b="737" l="8375" r="0" t="26292"/>
          <a:stretch/>
        </p:blipFill>
        <p:spPr>
          <a:xfrm flipH="1">
            <a:off x="-4" y="700"/>
            <a:ext cx="4300054" cy="5142124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8"/>
          <p:cNvSpPr txBox="1"/>
          <p:nvPr>
            <p:ph type="ctrTitle"/>
          </p:nvPr>
        </p:nvSpPr>
        <p:spPr>
          <a:xfrm>
            <a:off x="4592276" y="274517"/>
            <a:ext cx="4058100" cy="28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0" name="Google Shape;80;p8"/>
          <p:cNvSpPr/>
          <p:nvPr/>
        </p:nvSpPr>
        <p:spPr>
          <a:xfrm>
            <a:off x="-7875" y="429390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8"/>
          <p:cNvSpPr/>
          <p:nvPr/>
        </p:nvSpPr>
        <p:spPr>
          <a:xfrm>
            <a:off x="849525" y="343650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8"/>
          <p:cNvSpPr/>
          <p:nvPr/>
        </p:nvSpPr>
        <p:spPr>
          <a:xfrm>
            <a:off x="3453225" y="0"/>
            <a:ext cx="10149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8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8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sz="900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DE GARDE_2">
  <p:cSld name="TITLE_1">
    <p:bg>
      <p:bgPr>
        <a:solidFill>
          <a:srgbClr val="0062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9"/>
          <p:cNvPicPr preferRelativeResize="0"/>
          <p:nvPr/>
        </p:nvPicPr>
        <p:blipFill rotWithShape="1">
          <a:blip r:embed="rId2">
            <a:alphaModFix/>
          </a:blip>
          <a:srcRect b="3839" l="52974" r="0" t="11787"/>
          <a:stretch/>
        </p:blipFill>
        <p:spPr>
          <a:xfrm flipH="1">
            <a:off x="-2" y="700"/>
            <a:ext cx="4300052" cy="51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9"/>
          <p:cNvSpPr/>
          <p:nvPr/>
        </p:nvSpPr>
        <p:spPr>
          <a:xfrm>
            <a:off x="857400" y="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9"/>
          <p:cNvSpPr/>
          <p:nvPr/>
        </p:nvSpPr>
        <p:spPr>
          <a:xfrm>
            <a:off x="0" y="85740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9"/>
          <p:cNvSpPr/>
          <p:nvPr/>
        </p:nvSpPr>
        <p:spPr>
          <a:xfrm>
            <a:off x="2603700" y="342870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9"/>
          <p:cNvSpPr/>
          <p:nvPr/>
        </p:nvSpPr>
        <p:spPr>
          <a:xfrm>
            <a:off x="3461100" y="428610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 txBox="1"/>
          <p:nvPr>
            <p:ph type="ctrTitle"/>
          </p:nvPr>
        </p:nvSpPr>
        <p:spPr>
          <a:xfrm>
            <a:off x="4592276" y="274517"/>
            <a:ext cx="4058100" cy="28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3" name="Google Shape;93;p9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9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sz="900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5" name="Google Shape;95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DE GARDE_2 1">
  <p:cSld name="TITLE_1_1">
    <p:bg>
      <p:bgPr>
        <a:solidFill>
          <a:srgbClr val="0062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0"/>
          <p:cNvPicPr preferRelativeResize="0"/>
          <p:nvPr/>
        </p:nvPicPr>
        <p:blipFill rotWithShape="1">
          <a:blip r:embed="rId2">
            <a:alphaModFix/>
          </a:blip>
          <a:srcRect b="0" l="22314" r="31943" t="17918"/>
          <a:stretch/>
        </p:blipFill>
        <p:spPr>
          <a:xfrm flipH="1">
            <a:off x="-2" y="700"/>
            <a:ext cx="4300052" cy="5142122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0"/>
          <p:cNvSpPr/>
          <p:nvPr/>
        </p:nvSpPr>
        <p:spPr>
          <a:xfrm>
            <a:off x="857400" y="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0"/>
          <p:cNvSpPr/>
          <p:nvPr/>
        </p:nvSpPr>
        <p:spPr>
          <a:xfrm>
            <a:off x="0" y="85740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0"/>
          <p:cNvSpPr/>
          <p:nvPr/>
        </p:nvSpPr>
        <p:spPr>
          <a:xfrm>
            <a:off x="2603700" y="342870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0"/>
          <p:cNvSpPr/>
          <p:nvPr/>
        </p:nvSpPr>
        <p:spPr>
          <a:xfrm>
            <a:off x="3461100" y="428610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0"/>
          <p:cNvSpPr txBox="1"/>
          <p:nvPr>
            <p:ph type="ctrTitle"/>
          </p:nvPr>
        </p:nvSpPr>
        <p:spPr>
          <a:xfrm>
            <a:off x="4592276" y="274517"/>
            <a:ext cx="4058100" cy="28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Font typeface="Poppins"/>
              <a:buNone/>
              <a:defRPr b="1" sz="4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3" name="Google Shape;103;p10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0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sz="900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" name="Google Shape;105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UNE LIGNE" type="secHead">
  <p:cSld name="SECTION_HEADER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1"/>
          <p:cNvPicPr preferRelativeResize="0"/>
          <p:nvPr/>
        </p:nvPicPr>
        <p:blipFill rotWithShape="1">
          <a:blip r:embed="rId2">
            <a:alphaModFix/>
          </a:blip>
          <a:srcRect b="15605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1"/>
          <p:cNvSpPr/>
          <p:nvPr/>
        </p:nvSpPr>
        <p:spPr>
          <a:xfrm>
            <a:off x="8304450" y="85740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1"/>
          <p:cNvSpPr/>
          <p:nvPr/>
        </p:nvSpPr>
        <p:spPr>
          <a:xfrm>
            <a:off x="7447050" y="85740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1"/>
          <p:cNvSpPr/>
          <p:nvPr/>
        </p:nvSpPr>
        <p:spPr>
          <a:xfrm>
            <a:off x="0" y="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1"/>
          <p:cNvSpPr/>
          <p:nvPr/>
        </p:nvSpPr>
        <p:spPr>
          <a:xfrm>
            <a:off x="857400" y="85740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1"/>
          <p:cNvSpPr/>
          <p:nvPr/>
        </p:nvSpPr>
        <p:spPr>
          <a:xfrm>
            <a:off x="6589650" y="85740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1"/>
          <p:cNvSpPr/>
          <p:nvPr/>
        </p:nvSpPr>
        <p:spPr>
          <a:xfrm>
            <a:off x="0" y="428610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1"/>
          <p:cNvSpPr/>
          <p:nvPr/>
        </p:nvSpPr>
        <p:spPr>
          <a:xfrm>
            <a:off x="5732250" y="171480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1"/>
          <p:cNvSpPr txBox="1"/>
          <p:nvPr>
            <p:ph type="title"/>
          </p:nvPr>
        </p:nvSpPr>
        <p:spPr>
          <a:xfrm>
            <a:off x="6589651" y="857400"/>
            <a:ext cx="2554500" cy="85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6" name="Google Shape;116;p11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1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sz="900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" name="Google Shape;118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UNE LIGNE 1">
  <p:cSld name="SECTION_HEADER_2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2"/>
          <p:cNvPicPr preferRelativeResize="0"/>
          <p:nvPr/>
        </p:nvPicPr>
        <p:blipFill rotWithShape="1">
          <a:blip r:embed="rId2">
            <a:alphaModFix/>
          </a:blip>
          <a:srcRect b="7807" l="0" r="0" t="7798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2"/>
          <p:cNvSpPr/>
          <p:nvPr/>
        </p:nvSpPr>
        <p:spPr>
          <a:xfrm>
            <a:off x="8304450" y="85740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2"/>
          <p:cNvSpPr/>
          <p:nvPr/>
        </p:nvSpPr>
        <p:spPr>
          <a:xfrm>
            <a:off x="7447050" y="85740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2"/>
          <p:cNvSpPr/>
          <p:nvPr/>
        </p:nvSpPr>
        <p:spPr>
          <a:xfrm>
            <a:off x="0" y="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2"/>
          <p:cNvSpPr/>
          <p:nvPr/>
        </p:nvSpPr>
        <p:spPr>
          <a:xfrm>
            <a:off x="857400" y="85740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2"/>
          <p:cNvSpPr/>
          <p:nvPr/>
        </p:nvSpPr>
        <p:spPr>
          <a:xfrm>
            <a:off x="6589650" y="85740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2"/>
          <p:cNvSpPr/>
          <p:nvPr/>
        </p:nvSpPr>
        <p:spPr>
          <a:xfrm>
            <a:off x="0" y="428610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2"/>
          <p:cNvSpPr/>
          <p:nvPr/>
        </p:nvSpPr>
        <p:spPr>
          <a:xfrm>
            <a:off x="5732250" y="171480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2"/>
          <p:cNvSpPr txBox="1"/>
          <p:nvPr>
            <p:ph type="title"/>
          </p:nvPr>
        </p:nvSpPr>
        <p:spPr>
          <a:xfrm>
            <a:off x="6589651" y="857400"/>
            <a:ext cx="2554500" cy="85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9" name="Google Shape;129;p12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2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sz="900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1" name="Google Shape;131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DEUX OU TROIS LIGNES">
  <p:cSld name="SECTION_HEADER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3"/>
          <p:cNvPicPr preferRelativeResize="0"/>
          <p:nvPr/>
        </p:nvPicPr>
        <p:blipFill rotWithShape="1">
          <a:blip r:embed="rId2">
            <a:alphaModFix/>
          </a:blip>
          <a:srcRect b="12625" l="14654" r="644" t="15885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3"/>
          <p:cNvSpPr/>
          <p:nvPr/>
        </p:nvSpPr>
        <p:spPr>
          <a:xfrm>
            <a:off x="0" y="428610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3"/>
          <p:cNvSpPr/>
          <p:nvPr/>
        </p:nvSpPr>
        <p:spPr>
          <a:xfrm>
            <a:off x="4857000" y="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3"/>
          <p:cNvSpPr/>
          <p:nvPr/>
        </p:nvSpPr>
        <p:spPr>
          <a:xfrm>
            <a:off x="7240850" y="1714800"/>
            <a:ext cx="19032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3"/>
          <p:cNvSpPr/>
          <p:nvPr/>
        </p:nvSpPr>
        <p:spPr>
          <a:xfrm>
            <a:off x="5714400" y="857400"/>
            <a:ext cx="2572200" cy="17148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3"/>
          <p:cNvSpPr txBox="1"/>
          <p:nvPr>
            <p:ph type="title"/>
          </p:nvPr>
        </p:nvSpPr>
        <p:spPr>
          <a:xfrm>
            <a:off x="5714400" y="857400"/>
            <a:ext cx="3429600" cy="17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9" name="Google Shape;139;p13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3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sz="900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1" name="Google Shape;141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DEUX OU TROIS LIGNES 1">
  <p:cSld name="SECTION_HEADER_1_1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/>
          <p:cNvPicPr preferRelativeResize="0"/>
          <p:nvPr/>
        </p:nvPicPr>
        <p:blipFill rotWithShape="1">
          <a:blip r:embed="rId2">
            <a:alphaModFix/>
          </a:blip>
          <a:srcRect b="7807" l="0" r="0" t="7798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/>
          <p:nvPr/>
        </p:nvSpPr>
        <p:spPr>
          <a:xfrm>
            <a:off x="0" y="428610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4"/>
          <p:cNvSpPr/>
          <p:nvPr/>
        </p:nvSpPr>
        <p:spPr>
          <a:xfrm>
            <a:off x="4857000" y="0"/>
            <a:ext cx="8574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4"/>
          <p:cNvSpPr/>
          <p:nvPr/>
        </p:nvSpPr>
        <p:spPr>
          <a:xfrm>
            <a:off x="7240850" y="1714800"/>
            <a:ext cx="1903200" cy="8574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4"/>
          <p:cNvSpPr/>
          <p:nvPr/>
        </p:nvSpPr>
        <p:spPr>
          <a:xfrm>
            <a:off x="5714400" y="857400"/>
            <a:ext cx="2572200" cy="17148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4"/>
          <p:cNvSpPr txBox="1"/>
          <p:nvPr>
            <p:ph type="title"/>
          </p:nvPr>
        </p:nvSpPr>
        <p:spPr>
          <a:xfrm>
            <a:off x="5714400" y="857400"/>
            <a:ext cx="3429600" cy="17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9" name="Google Shape;149;p14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4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sz="900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1" name="Google Shape;151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+Fleche_1" type="tx">
  <p:cSld name="TITLE_AND_BODY">
    <p:bg>
      <p:bgPr>
        <a:solidFill>
          <a:schemeClr val="dk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 txBox="1"/>
          <p:nvPr>
            <p:ph type="title"/>
          </p:nvPr>
        </p:nvSpPr>
        <p:spPr>
          <a:xfrm>
            <a:off x="367975" y="196800"/>
            <a:ext cx="5030100" cy="20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4000"/>
              <a:buNone/>
              <a:defRPr sz="4000">
                <a:solidFill>
                  <a:srgbClr val="0062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pic>
        <p:nvPicPr>
          <p:cNvPr id="154" name="Google Shape;154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5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7" name="Google Shape;15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1826" y="746825"/>
            <a:ext cx="1953400" cy="306961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5"/>
          <p:cNvSpPr txBox="1"/>
          <p:nvPr>
            <p:ph idx="1" type="body"/>
          </p:nvPr>
        </p:nvSpPr>
        <p:spPr>
          <a:xfrm>
            <a:off x="307000" y="2393050"/>
            <a:ext cx="4668000" cy="217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23850" lvl="0" marL="4572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59" name="Google Shape;159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+Fleche_2">
  <p:cSld name="TITLE_AND_BODY_3">
    <p:bg>
      <p:bgPr>
        <a:solidFill>
          <a:srgbClr val="0062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"/>
          <p:cNvSpPr txBox="1"/>
          <p:nvPr>
            <p:ph type="title"/>
          </p:nvPr>
        </p:nvSpPr>
        <p:spPr>
          <a:xfrm>
            <a:off x="251900" y="188925"/>
            <a:ext cx="5030100" cy="20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pic>
        <p:nvPicPr>
          <p:cNvPr id="162" name="Google Shape;16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14">
            <a:off x="6091829" y="746840"/>
            <a:ext cx="1953394" cy="306659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6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sz="900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5" name="Google Shape;16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6"/>
          <p:cNvSpPr txBox="1"/>
          <p:nvPr>
            <p:ph idx="1" type="body"/>
          </p:nvPr>
        </p:nvSpPr>
        <p:spPr>
          <a:xfrm>
            <a:off x="307000" y="2393050"/>
            <a:ext cx="4668000" cy="217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238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solidFill>
                  <a:schemeClr val="dk1"/>
                </a:solidFill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7" name="Google Shape;167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+Fleche_3">
  <p:cSld name="TITLE_AND_BODY_3_1">
    <p:bg>
      <p:bgPr>
        <a:solidFill>
          <a:srgbClr val="000000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type="title"/>
          </p:nvPr>
        </p:nvSpPr>
        <p:spPr>
          <a:xfrm>
            <a:off x="251900" y="188925"/>
            <a:ext cx="5030100" cy="20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pic>
        <p:nvPicPr>
          <p:cNvPr id="170" name="Google Shape;17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14">
            <a:off x="6091829" y="746840"/>
            <a:ext cx="1953394" cy="3066598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7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sz="900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3" name="Google Shape;17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7"/>
          <p:cNvSpPr txBox="1"/>
          <p:nvPr>
            <p:ph idx="1" type="body"/>
          </p:nvPr>
        </p:nvSpPr>
        <p:spPr>
          <a:xfrm>
            <a:off x="307000" y="2393050"/>
            <a:ext cx="4668000" cy="217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238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solidFill>
                  <a:schemeClr val="dk1"/>
                </a:solidFill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+texte+Encart_1" type="twoColTx">
  <p:cSld name="TITLE_AND_TWO_COLUMNS">
    <p:bg>
      <p:bgPr>
        <a:solidFill>
          <a:schemeClr val="dk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/>
          <p:cNvSpPr txBox="1"/>
          <p:nvPr>
            <p:ph type="title"/>
          </p:nvPr>
        </p:nvSpPr>
        <p:spPr>
          <a:xfrm>
            <a:off x="291775" y="2945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3200"/>
              <a:buNone/>
              <a:defRPr>
                <a:solidFill>
                  <a:srgbClr val="0062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78" name="Google Shape;178;p18"/>
          <p:cNvSpPr txBox="1"/>
          <p:nvPr>
            <p:ph idx="1" type="body"/>
          </p:nvPr>
        </p:nvSpPr>
        <p:spPr>
          <a:xfrm>
            <a:off x="260250" y="1589250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 rtl="0">
              <a:spcBef>
                <a:spcPts val="0"/>
              </a:spcBef>
              <a:spcAft>
                <a:spcPts val="0"/>
              </a:spcAft>
              <a:buSzPts val="2000"/>
              <a:buFont typeface="Poppins"/>
              <a:buChar char="●"/>
              <a:defRPr b="1" sz="2000">
                <a:latin typeface="Poppins"/>
                <a:ea typeface="Poppins"/>
                <a:cs typeface="Poppins"/>
                <a:sym typeface="Poppins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pic>
        <p:nvPicPr>
          <p:cNvPr id="179" name="Google Shape;17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4460850" y="1567275"/>
            <a:ext cx="410700" cy="4107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6025" y="1642450"/>
            <a:ext cx="260349" cy="26034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/>
          <p:nvPr/>
        </p:nvSpPr>
        <p:spPr>
          <a:xfrm>
            <a:off x="4460850" y="1977975"/>
            <a:ext cx="4189800" cy="2676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 txBox="1"/>
          <p:nvPr>
            <p:ph idx="2" type="body"/>
          </p:nvPr>
        </p:nvSpPr>
        <p:spPr>
          <a:xfrm>
            <a:off x="4637025" y="2132400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86" name="Google Shape;186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buNone/>
              <a:defRPr sz="1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+texte+Encart_2">
  <p:cSld name="TITLE_AND_TWO_COLUMNS_1">
    <p:bg>
      <p:bgPr>
        <a:solidFill>
          <a:srgbClr val="0062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"/>
          <p:cNvSpPr txBox="1"/>
          <p:nvPr>
            <p:ph type="title"/>
          </p:nvPr>
        </p:nvSpPr>
        <p:spPr>
          <a:xfrm>
            <a:off x="291775" y="2945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89" name="Google Shape;189;p19"/>
          <p:cNvSpPr txBox="1"/>
          <p:nvPr>
            <p:ph idx="1" type="body"/>
          </p:nvPr>
        </p:nvSpPr>
        <p:spPr>
          <a:xfrm>
            <a:off x="260250" y="1589250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●"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19"/>
          <p:cNvSpPr/>
          <p:nvPr/>
        </p:nvSpPr>
        <p:spPr>
          <a:xfrm>
            <a:off x="4460850" y="1567275"/>
            <a:ext cx="410700" cy="410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4460850" y="1977975"/>
            <a:ext cx="4189800" cy="267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 txBox="1"/>
          <p:nvPr>
            <p:ph idx="2" type="body"/>
          </p:nvPr>
        </p:nvSpPr>
        <p:spPr>
          <a:xfrm>
            <a:off x="4637025" y="2132400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AutoNum type="arabicPeriod"/>
              <a:defRPr sz="900">
                <a:latin typeface="Poppins"/>
                <a:ea typeface="Poppins"/>
                <a:cs typeface="Poppins"/>
                <a:sym typeface="Poppins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AutoNum type="alphaLcPeriod"/>
              <a:defRPr sz="900">
                <a:latin typeface="Poppins"/>
                <a:ea typeface="Poppins"/>
                <a:cs typeface="Poppins"/>
                <a:sym typeface="Poppins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AutoNum type="romanLcPeriod"/>
              <a:defRPr sz="900">
                <a:latin typeface="Poppins"/>
                <a:ea typeface="Poppins"/>
                <a:cs typeface="Poppins"/>
                <a:sym typeface="Poppins"/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AutoNum type="arabicPeriod"/>
              <a:defRPr sz="900">
                <a:latin typeface="Poppins"/>
                <a:ea typeface="Poppins"/>
                <a:cs typeface="Poppins"/>
                <a:sym typeface="Poppins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AutoNum type="alphaLcPeriod"/>
              <a:defRPr sz="900">
                <a:latin typeface="Poppins"/>
                <a:ea typeface="Poppins"/>
                <a:cs typeface="Poppins"/>
                <a:sym typeface="Poppins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AutoNum type="romanLcPeriod"/>
              <a:defRPr sz="900">
                <a:latin typeface="Poppins"/>
                <a:ea typeface="Poppins"/>
                <a:cs typeface="Poppins"/>
                <a:sym typeface="Poppins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AutoNum type="arabicPeriod"/>
              <a:defRPr sz="900">
                <a:latin typeface="Poppins"/>
                <a:ea typeface="Poppins"/>
                <a:cs typeface="Poppins"/>
                <a:sym typeface="Poppins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AutoNum type="alphaLcPeriod"/>
              <a:defRPr sz="900">
                <a:latin typeface="Poppins"/>
                <a:ea typeface="Poppins"/>
                <a:cs typeface="Poppins"/>
                <a:sym typeface="Poppins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AutoNum type="romanLcPeriod"/>
              <a:defRPr sz="9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193" name="Google Shape;193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36025" y="1642450"/>
            <a:ext cx="260349" cy="260349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sz="900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6" name="Google Shape;19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+texte+Encart_2">
  <p:cSld name="TITLE_AND_TWO_COLUMNS_1_1">
    <p:bg>
      <p:bgPr>
        <a:solidFill>
          <a:srgbClr val="000000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 txBox="1"/>
          <p:nvPr>
            <p:ph type="title"/>
          </p:nvPr>
        </p:nvSpPr>
        <p:spPr>
          <a:xfrm>
            <a:off x="291775" y="2945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00" name="Google Shape;200;p20"/>
          <p:cNvSpPr txBox="1"/>
          <p:nvPr>
            <p:ph idx="1" type="body"/>
          </p:nvPr>
        </p:nvSpPr>
        <p:spPr>
          <a:xfrm>
            <a:off x="260250" y="1589250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●"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0"/>
          <p:cNvSpPr/>
          <p:nvPr/>
        </p:nvSpPr>
        <p:spPr>
          <a:xfrm>
            <a:off x="4460850" y="1567275"/>
            <a:ext cx="410700" cy="410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4460850" y="1977975"/>
            <a:ext cx="4189800" cy="267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 txBox="1"/>
          <p:nvPr>
            <p:ph idx="2" type="body"/>
          </p:nvPr>
        </p:nvSpPr>
        <p:spPr>
          <a:xfrm>
            <a:off x="4637025" y="2132400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AutoNum type="arabicPeriod"/>
              <a:defRPr sz="900">
                <a:latin typeface="Poppins"/>
                <a:ea typeface="Poppins"/>
                <a:cs typeface="Poppins"/>
                <a:sym typeface="Poppins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AutoNum type="alphaLcPeriod"/>
              <a:defRPr sz="900">
                <a:latin typeface="Poppins"/>
                <a:ea typeface="Poppins"/>
                <a:cs typeface="Poppins"/>
                <a:sym typeface="Poppins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AutoNum type="romanLcPeriod"/>
              <a:defRPr sz="900">
                <a:latin typeface="Poppins"/>
                <a:ea typeface="Poppins"/>
                <a:cs typeface="Poppins"/>
                <a:sym typeface="Poppins"/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AutoNum type="arabicPeriod"/>
              <a:defRPr sz="900">
                <a:latin typeface="Poppins"/>
                <a:ea typeface="Poppins"/>
                <a:cs typeface="Poppins"/>
                <a:sym typeface="Poppins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AutoNum type="alphaLcPeriod"/>
              <a:defRPr sz="900">
                <a:latin typeface="Poppins"/>
                <a:ea typeface="Poppins"/>
                <a:cs typeface="Poppins"/>
                <a:sym typeface="Poppins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AutoNum type="romanLcPeriod"/>
              <a:defRPr sz="900">
                <a:latin typeface="Poppins"/>
                <a:ea typeface="Poppins"/>
                <a:cs typeface="Poppins"/>
                <a:sym typeface="Poppins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AutoNum type="arabicPeriod"/>
              <a:defRPr sz="900">
                <a:latin typeface="Poppins"/>
                <a:ea typeface="Poppins"/>
                <a:cs typeface="Poppins"/>
                <a:sym typeface="Poppins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AutoNum type="alphaLcPeriod"/>
              <a:defRPr sz="900">
                <a:latin typeface="Poppins"/>
                <a:ea typeface="Poppins"/>
                <a:cs typeface="Poppins"/>
                <a:sym typeface="Poppins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AutoNum type="romanLcPeriod"/>
              <a:defRPr sz="9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4" name="Google Shape;204;p20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sz="900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6" name="Google Shape;206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6025" y="1642450"/>
            <a:ext cx="260349" cy="260349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buNone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+Infographie/Photo_1" type="titleOnly">
  <p:cSld name="TITLE_ONLY">
    <p:bg>
      <p:bgPr>
        <a:solidFill>
          <a:schemeClr val="dk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 txBox="1"/>
          <p:nvPr>
            <p:ph type="title"/>
          </p:nvPr>
        </p:nvSpPr>
        <p:spPr>
          <a:xfrm>
            <a:off x="367975" y="318175"/>
            <a:ext cx="7461000" cy="95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3200"/>
              <a:buNone/>
              <a:defRPr>
                <a:solidFill>
                  <a:srgbClr val="0062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pic>
        <p:nvPicPr>
          <p:cNvPr id="211" name="Google Shape;211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4" name="Google Shape;214;p21"/>
          <p:cNvSpPr/>
          <p:nvPr>
            <p:ph idx="2" type="pic"/>
          </p:nvPr>
        </p:nvSpPr>
        <p:spPr>
          <a:xfrm>
            <a:off x="368075" y="1519343"/>
            <a:ext cx="8282700" cy="3122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+Infographie/Photo_2">
  <p:cSld name="TITLE_ONLY_1">
    <p:bg>
      <p:bgPr>
        <a:solidFill>
          <a:srgbClr val="0062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"/>
          <p:cNvSpPr txBox="1"/>
          <p:nvPr>
            <p:ph type="title"/>
          </p:nvPr>
        </p:nvSpPr>
        <p:spPr>
          <a:xfrm>
            <a:off x="367975" y="318175"/>
            <a:ext cx="7461000" cy="95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17" name="Google Shape;217;p22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sz="900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9" name="Google Shape;219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>
            <p:ph idx="2" type="pic"/>
          </p:nvPr>
        </p:nvSpPr>
        <p:spPr>
          <a:xfrm>
            <a:off x="368075" y="1519343"/>
            <a:ext cx="8282700" cy="3122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+Infographie/Photo_3">
  <p:cSld name="TITLE_ONLY_1_1">
    <p:bg>
      <p:bgPr>
        <a:solidFill>
          <a:srgbClr val="000000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3"/>
          <p:cNvSpPr txBox="1"/>
          <p:nvPr>
            <p:ph type="title"/>
          </p:nvPr>
        </p:nvSpPr>
        <p:spPr>
          <a:xfrm>
            <a:off x="367975" y="318175"/>
            <a:ext cx="7461000" cy="95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23" name="Google Shape;223;p23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3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sz="900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5" name="Google Shape;225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3"/>
          <p:cNvSpPr/>
          <p:nvPr>
            <p:ph idx="2" type="pic"/>
          </p:nvPr>
        </p:nvSpPr>
        <p:spPr>
          <a:xfrm>
            <a:off x="368075" y="1519343"/>
            <a:ext cx="8282700" cy="3122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+Bullet_1">
  <p:cSld name="ONE_COLUMN_TEXT">
    <p:bg>
      <p:bgPr>
        <a:solidFill>
          <a:schemeClr val="dk1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4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4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0" name="Google Shape;230;p24"/>
          <p:cNvSpPr txBox="1"/>
          <p:nvPr>
            <p:ph idx="1" type="subTitle"/>
          </p:nvPr>
        </p:nvSpPr>
        <p:spPr>
          <a:xfrm>
            <a:off x="4849100" y="464450"/>
            <a:ext cx="3801900" cy="26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900"/>
              <a:buFont typeface="Poppins"/>
              <a:buNone/>
              <a:defRPr b="1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31" name="Google Shape;231;p24"/>
          <p:cNvSpPr txBox="1"/>
          <p:nvPr>
            <p:ph idx="2" type="body"/>
          </p:nvPr>
        </p:nvSpPr>
        <p:spPr>
          <a:xfrm>
            <a:off x="4786125" y="739950"/>
            <a:ext cx="3864600" cy="6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●"/>
              <a:defRPr sz="900">
                <a:latin typeface="Poppins"/>
                <a:ea typeface="Poppins"/>
                <a:cs typeface="Poppins"/>
                <a:sym typeface="Poppins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○"/>
              <a:defRPr sz="900">
                <a:latin typeface="Poppins"/>
                <a:ea typeface="Poppins"/>
                <a:cs typeface="Poppins"/>
                <a:sym typeface="Poppins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■"/>
              <a:defRPr sz="900">
                <a:latin typeface="Poppins"/>
                <a:ea typeface="Poppins"/>
                <a:cs typeface="Poppins"/>
                <a:sym typeface="Poppins"/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●"/>
              <a:defRPr sz="900">
                <a:latin typeface="Poppins"/>
                <a:ea typeface="Poppins"/>
                <a:cs typeface="Poppins"/>
                <a:sym typeface="Poppins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○"/>
              <a:defRPr sz="900">
                <a:latin typeface="Poppins"/>
                <a:ea typeface="Poppins"/>
                <a:cs typeface="Poppins"/>
                <a:sym typeface="Poppins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■"/>
              <a:defRPr sz="900">
                <a:latin typeface="Poppins"/>
                <a:ea typeface="Poppins"/>
                <a:cs typeface="Poppins"/>
                <a:sym typeface="Poppins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●"/>
              <a:defRPr sz="900">
                <a:latin typeface="Poppins"/>
                <a:ea typeface="Poppins"/>
                <a:cs typeface="Poppins"/>
                <a:sym typeface="Poppins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○"/>
              <a:defRPr sz="900">
                <a:latin typeface="Poppins"/>
                <a:ea typeface="Poppins"/>
                <a:cs typeface="Poppins"/>
                <a:sym typeface="Poppins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■"/>
              <a:defRPr sz="9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2" name="Google Shape;232;p24"/>
          <p:cNvSpPr txBox="1"/>
          <p:nvPr>
            <p:ph idx="3" type="subTitle"/>
          </p:nvPr>
        </p:nvSpPr>
        <p:spPr>
          <a:xfrm>
            <a:off x="4849100" y="1495650"/>
            <a:ext cx="3801900" cy="26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900"/>
              <a:buFont typeface="Poppins"/>
              <a:buAutoNum type="arabicPeriod"/>
              <a:defRPr b="1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AutoNum type="alphaLcPeriod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AutoNum type="romanLcPeriod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AutoNum type="arabicPeriod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AutoNum type="alphaLcPeriod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AutoNum type="romanLcPeriod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AutoNum type="arabicPeriod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AutoNum type="alphaLcPeriod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AutoNum type="romanLcPeriod"/>
              <a:defRPr/>
            </a:lvl9pPr>
          </a:lstStyle>
          <a:p/>
        </p:txBody>
      </p:sp>
      <p:sp>
        <p:nvSpPr>
          <p:cNvPr id="233" name="Google Shape;233;p24"/>
          <p:cNvSpPr txBox="1"/>
          <p:nvPr>
            <p:ph idx="4" type="body"/>
          </p:nvPr>
        </p:nvSpPr>
        <p:spPr>
          <a:xfrm>
            <a:off x="4786125" y="1771150"/>
            <a:ext cx="3864600" cy="6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●"/>
              <a:defRPr sz="900">
                <a:latin typeface="Poppins"/>
                <a:ea typeface="Poppins"/>
                <a:cs typeface="Poppins"/>
                <a:sym typeface="Poppins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○"/>
              <a:defRPr sz="900">
                <a:latin typeface="Poppins"/>
                <a:ea typeface="Poppins"/>
                <a:cs typeface="Poppins"/>
                <a:sym typeface="Poppins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■"/>
              <a:defRPr sz="900">
                <a:latin typeface="Poppins"/>
                <a:ea typeface="Poppins"/>
                <a:cs typeface="Poppins"/>
                <a:sym typeface="Poppins"/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●"/>
              <a:defRPr sz="900">
                <a:latin typeface="Poppins"/>
                <a:ea typeface="Poppins"/>
                <a:cs typeface="Poppins"/>
                <a:sym typeface="Poppins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○"/>
              <a:defRPr sz="900">
                <a:latin typeface="Poppins"/>
                <a:ea typeface="Poppins"/>
                <a:cs typeface="Poppins"/>
                <a:sym typeface="Poppins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■"/>
              <a:defRPr sz="900">
                <a:latin typeface="Poppins"/>
                <a:ea typeface="Poppins"/>
                <a:cs typeface="Poppins"/>
                <a:sym typeface="Poppins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●"/>
              <a:defRPr sz="900">
                <a:latin typeface="Poppins"/>
                <a:ea typeface="Poppins"/>
                <a:cs typeface="Poppins"/>
                <a:sym typeface="Poppins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○"/>
              <a:defRPr sz="900">
                <a:latin typeface="Poppins"/>
                <a:ea typeface="Poppins"/>
                <a:cs typeface="Poppins"/>
                <a:sym typeface="Poppins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■"/>
              <a:defRPr sz="9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5" type="subTitle"/>
          </p:nvPr>
        </p:nvSpPr>
        <p:spPr>
          <a:xfrm>
            <a:off x="4849100" y="2588300"/>
            <a:ext cx="3801900" cy="26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900"/>
              <a:buFont typeface="Poppins"/>
              <a:buAutoNum type="arabicPeriod"/>
              <a:defRPr b="1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AutoNum type="alphaLcPeriod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AutoNum type="romanLcPeriod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AutoNum type="arabicPeriod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AutoNum type="alphaLcPeriod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AutoNum type="romanLcPeriod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AutoNum type="arabicPeriod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AutoNum type="alphaLcPeriod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AutoNum type="romanLcPeriod"/>
              <a:defRPr/>
            </a:lvl9pPr>
          </a:lstStyle>
          <a:p/>
        </p:txBody>
      </p:sp>
      <p:sp>
        <p:nvSpPr>
          <p:cNvPr id="235" name="Google Shape;235;p24"/>
          <p:cNvSpPr txBox="1"/>
          <p:nvPr>
            <p:ph idx="6" type="body"/>
          </p:nvPr>
        </p:nvSpPr>
        <p:spPr>
          <a:xfrm>
            <a:off x="4786125" y="2863800"/>
            <a:ext cx="3864600" cy="6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●"/>
              <a:defRPr sz="900">
                <a:latin typeface="Poppins"/>
                <a:ea typeface="Poppins"/>
                <a:cs typeface="Poppins"/>
                <a:sym typeface="Poppins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○"/>
              <a:defRPr sz="900">
                <a:latin typeface="Poppins"/>
                <a:ea typeface="Poppins"/>
                <a:cs typeface="Poppins"/>
                <a:sym typeface="Poppins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■"/>
              <a:defRPr sz="900">
                <a:latin typeface="Poppins"/>
                <a:ea typeface="Poppins"/>
                <a:cs typeface="Poppins"/>
                <a:sym typeface="Poppins"/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●"/>
              <a:defRPr sz="900">
                <a:latin typeface="Poppins"/>
                <a:ea typeface="Poppins"/>
                <a:cs typeface="Poppins"/>
                <a:sym typeface="Poppins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○"/>
              <a:defRPr sz="900">
                <a:latin typeface="Poppins"/>
                <a:ea typeface="Poppins"/>
                <a:cs typeface="Poppins"/>
                <a:sym typeface="Poppins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■"/>
              <a:defRPr sz="900">
                <a:latin typeface="Poppins"/>
                <a:ea typeface="Poppins"/>
                <a:cs typeface="Poppins"/>
                <a:sym typeface="Poppins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●"/>
              <a:defRPr sz="900">
                <a:latin typeface="Poppins"/>
                <a:ea typeface="Poppins"/>
                <a:cs typeface="Poppins"/>
                <a:sym typeface="Poppins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○"/>
              <a:defRPr sz="900">
                <a:latin typeface="Poppins"/>
                <a:ea typeface="Poppins"/>
                <a:cs typeface="Poppins"/>
                <a:sym typeface="Poppins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■"/>
              <a:defRPr sz="9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6" name="Google Shape;236;p24"/>
          <p:cNvSpPr txBox="1"/>
          <p:nvPr>
            <p:ph idx="7" type="subTitle"/>
          </p:nvPr>
        </p:nvSpPr>
        <p:spPr>
          <a:xfrm>
            <a:off x="4849100" y="3759900"/>
            <a:ext cx="3801900" cy="26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900"/>
              <a:buFont typeface="Poppins"/>
              <a:buAutoNum type="arabicPeriod"/>
              <a:defRPr b="1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AutoNum type="alphaLcPeriod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AutoNum type="romanLcPeriod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AutoNum type="arabicPeriod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AutoNum type="alphaLcPeriod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AutoNum type="romanLcPeriod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AutoNum type="arabicPeriod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AutoNum type="alphaLcPeriod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AutoNum type="romanLcPeriod"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idx="8" type="body"/>
          </p:nvPr>
        </p:nvSpPr>
        <p:spPr>
          <a:xfrm>
            <a:off x="4786125" y="4035400"/>
            <a:ext cx="3864600" cy="6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●"/>
              <a:defRPr sz="900">
                <a:latin typeface="Poppins"/>
                <a:ea typeface="Poppins"/>
                <a:cs typeface="Poppins"/>
                <a:sym typeface="Poppins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○"/>
              <a:defRPr sz="900">
                <a:latin typeface="Poppins"/>
                <a:ea typeface="Poppins"/>
                <a:cs typeface="Poppins"/>
                <a:sym typeface="Poppins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■"/>
              <a:defRPr sz="900">
                <a:latin typeface="Poppins"/>
                <a:ea typeface="Poppins"/>
                <a:cs typeface="Poppins"/>
                <a:sym typeface="Poppins"/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●"/>
              <a:defRPr sz="900">
                <a:latin typeface="Poppins"/>
                <a:ea typeface="Poppins"/>
                <a:cs typeface="Poppins"/>
                <a:sym typeface="Poppins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○"/>
              <a:defRPr sz="900">
                <a:latin typeface="Poppins"/>
                <a:ea typeface="Poppins"/>
                <a:cs typeface="Poppins"/>
                <a:sym typeface="Poppins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■"/>
              <a:defRPr sz="900">
                <a:latin typeface="Poppins"/>
                <a:ea typeface="Poppins"/>
                <a:cs typeface="Poppins"/>
                <a:sym typeface="Poppins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●"/>
              <a:defRPr sz="900">
                <a:latin typeface="Poppins"/>
                <a:ea typeface="Poppins"/>
                <a:cs typeface="Poppins"/>
                <a:sym typeface="Poppins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○"/>
              <a:defRPr sz="900">
                <a:latin typeface="Poppins"/>
                <a:ea typeface="Poppins"/>
                <a:cs typeface="Poppins"/>
                <a:sym typeface="Poppins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■"/>
              <a:defRPr sz="9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67975" y="314800"/>
            <a:ext cx="4062000" cy="142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9" name="Google Shape;239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+Bullet_2">
  <p:cSld name="ONE_COLUMN_TEXT_1">
    <p:bg>
      <p:bgPr>
        <a:solidFill>
          <a:srgbClr val="0062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5"/>
          <p:cNvSpPr txBox="1"/>
          <p:nvPr>
            <p:ph type="title"/>
          </p:nvPr>
        </p:nvSpPr>
        <p:spPr>
          <a:xfrm>
            <a:off x="367975" y="314800"/>
            <a:ext cx="4062000" cy="142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2" name="Google Shape;242;p25"/>
          <p:cNvSpPr txBox="1"/>
          <p:nvPr>
            <p:ph idx="1" type="subTitle"/>
          </p:nvPr>
        </p:nvSpPr>
        <p:spPr>
          <a:xfrm>
            <a:off x="4849100" y="464450"/>
            <a:ext cx="3801900" cy="26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AutoNum type="arabicPeriod"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AutoNum type="alphaLcPeriod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AutoNum type="romanLcPeriod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AutoNum type="arabicPeriod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AutoNum type="alphaLcPeriod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AutoNum type="romanLcPeriod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AutoNum type="arabicPeriod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AutoNum type="alphaLcPeriod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AutoNum type="romanLcPeriod"/>
              <a:defRPr/>
            </a:lvl9pPr>
          </a:lstStyle>
          <a:p/>
        </p:txBody>
      </p:sp>
      <p:sp>
        <p:nvSpPr>
          <p:cNvPr id="243" name="Google Shape;243;p25"/>
          <p:cNvSpPr txBox="1"/>
          <p:nvPr>
            <p:ph idx="2" type="body"/>
          </p:nvPr>
        </p:nvSpPr>
        <p:spPr>
          <a:xfrm>
            <a:off x="4786125" y="739950"/>
            <a:ext cx="3864600" cy="6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44" name="Google Shape;244;p25"/>
          <p:cNvSpPr txBox="1"/>
          <p:nvPr>
            <p:ph idx="3" type="subTitle"/>
          </p:nvPr>
        </p:nvSpPr>
        <p:spPr>
          <a:xfrm>
            <a:off x="4849100" y="1495650"/>
            <a:ext cx="3801900" cy="26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AutoNum type="arabicPeriod"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romanLcPeriod"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romanLcPeriod"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romanLcPeriod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" name="Google Shape;245;p25"/>
          <p:cNvSpPr txBox="1"/>
          <p:nvPr>
            <p:ph idx="4" type="body"/>
          </p:nvPr>
        </p:nvSpPr>
        <p:spPr>
          <a:xfrm>
            <a:off x="4786125" y="1771150"/>
            <a:ext cx="3864600" cy="6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46" name="Google Shape;246;p25"/>
          <p:cNvSpPr txBox="1"/>
          <p:nvPr>
            <p:ph idx="5" type="subTitle"/>
          </p:nvPr>
        </p:nvSpPr>
        <p:spPr>
          <a:xfrm>
            <a:off x="4849100" y="2588300"/>
            <a:ext cx="3801900" cy="26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AutoNum type="arabicPeriod"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romanLcPeriod"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romanLcPeriod"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romanLcPeriod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25"/>
          <p:cNvSpPr txBox="1"/>
          <p:nvPr>
            <p:ph idx="6" type="body"/>
          </p:nvPr>
        </p:nvSpPr>
        <p:spPr>
          <a:xfrm>
            <a:off x="4786125" y="2863800"/>
            <a:ext cx="3864600" cy="6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48" name="Google Shape;248;p25"/>
          <p:cNvSpPr txBox="1"/>
          <p:nvPr>
            <p:ph idx="7" type="subTitle"/>
          </p:nvPr>
        </p:nvSpPr>
        <p:spPr>
          <a:xfrm>
            <a:off x="4849100" y="3759900"/>
            <a:ext cx="3801900" cy="26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AutoNum type="arabicPeriod"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romanLcPeriod"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romanLcPeriod"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romanLcPeriod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9" name="Google Shape;249;p25"/>
          <p:cNvSpPr txBox="1"/>
          <p:nvPr>
            <p:ph idx="8" type="body"/>
          </p:nvPr>
        </p:nvSpPr>
        <p:spPr>
          <a:xfrm>
            <a:off x="4786125" y="4035400"/>
            <a:ext cx="3864600" cy="6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0" name="Google Shape;250;p25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5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sz="900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2" name="Google Shape;252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+Bullet_3">
  <p:cSld name="ONE_COLUMN_TEXT_1_1">
    <p:bg>
      <p:bgPr>
        <a:solidFill>
          <a:srgbClr val="000000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6"/>
          <p:cNvSpPr txBox="1"/>
          <p:nvPr>
            <p:ph type="title"/>
          </p:nvPr>
        </p:nvSpPr>
        <p:spPr>
          <a:xfrm>
            <a:off x="367975" y="314800"/>
            <a:ext cx="4062000" cy="142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5" name="Google Shape;255;p26"/>
          <p:cNvSpPr txBox="1"/>
          <p:nvPr>
            <p:ph idx="1" type="subTitle"/>
          </p:nvPr>
        </p:nvSpPr>
        <p:spPr>
          <a:xfrm>
            <a:off x="4849100" y="464450"/>
            <a:ext cx="3801900" cy="26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AutoNum type="arabicPeriod"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AutoNum type="alphaLcPeriod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AutoNum type="romanLcPeriod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AutoNum type="arabicPeriod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AutoNum type="alphaLcPeriod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AutoNum type="romanLcPeriod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AutoNum type="arabicPeriod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AutoNum type="alphaLcPeriod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AutoNum type="romanLcPeriod"/>
              <a:defRPr/>
            </a:lvl9pPr>
          </a:lstStyle>
          <a:p/>
        </p:txBody>
      </p:sp>
      <p:sp>
        <p:nvSpPr>
          <p:cNvPr id="256" name="Google Shape;256;p26"/>
          <p:cNvSpPr txBox="1"/>
          <p:nvPr>
            <p:ph idx="2" type="body"/>
          </p:nvPr>
        </p:nvSpPr>
        <p:spPr>
          <a:xfrm>
            <a:off x="4786125" y="739950"/>
            <a:ext cx="3864600" cy="6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7" name="Google Shape;257;p26"/>
          <p:cNvSpPr txBox="1"/>
          <p:nvPr>
            <p:ph idx="3" type="subTitle"/>
          </p:nvPr>
        </p:nvSpPr>
        <p:spPr>
          <a:xfrm>
            <a:off x="4849100" y="1495650"/>
            <a:ext cx="3801900" cy="26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AutoNum type="arabicPeriod"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romanLcPeriod"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romanLcPeriod"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romanLcPeriod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4" type="body"/>
          </p:nvPr>
        </p:nvSpPr>
        <p:spPr>
          <a:xfrm>
            <a:off x="4786125" y="1771150"/>
            <a:ext cx="3864600" cy="6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5" type="subTitle"/>
          </p:nvPr>
        </p:nvSpPr>
        <p:spPr>
          <a:xfrm>
            <a:off x="4849100" y="2588300"/>
            <a:ext cx="3801900" cy="26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AutoNum type="arabicPeriod"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romanLcPeriod"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romanLcPeriod"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romanLcPeriod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0" name="Google Shape;260;p26"/>
          <p:cNvSpPr txBox="1"/>
          <p:nvPr>
            <p:ph idx="6" type="body"/>
          </p:nvPr>
        </p:nvSpPr>
        <p:spPr>
          <a:xfrm>
            <a:off x="4786125" y="2863800"/>
            <a:ext cx="3864600" cy="6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1" name="Google Shape;261;p26"/>
          <p:cNvSpPr txBox="1"/>
          <p:nvPr>
            <p:ph idx="7" type="subTitle"/>
          </p:nvPr>
        </p:nvSpPr>
        <p:spPr>
          <a:xfrm>
            <a:off x="4849100" y="3759900"/>
            <a:ext cx="3801900" cy="26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AutoNum type="arabicPeriod"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romanLcPeriod"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romanLcPeriod"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romanLcPeriod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2" name="Google Shape;262;p26"/>
          <p:cNvSpPr txBox="1"/>
          <p:nvPr>
            <p:ph idx="8" type="body"/>
          </p:nvPr>
        </p:nvSpPr>
        <p:spPr>
          <a:xfrm>
            <a:off x="4786125" y="4035400"/>
            <a:ext cx="3864600" cy="6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3" name="Google Shape;263;p26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6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sz="900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5" name="Google Shape;265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+Photo_1">
  <p:cSld name="MAIN_POINT">
    <p:bg>
      <p:bgPr>
        <a:solidFill>
          <a:schemeClr val="dk1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7"/>
          <p:cNvSpPr txBox="1"/>
          <p:nvPr>
            <p:ph type="title"/>
          </p:nvPr>
        </p:nvSpPr>
        <p:spPr>
          <a:xfrm>
            <a:off x="367975" y="314875"/>
            <a:ext cx="3975300" cy="146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3200"/>
              <a:buNone/>
              <a:defRPr>
                <a:solidFill>
                  <a:srgbClr val="0062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9" name="Google Shape;269;p27"/>
          <p:cNvSpPr txBox="1"/>
          <p:nvPr>
            <p:ph idx="1" type="subTitle"/>
          </p:nvPr>
        </p:nvSpPr>
        <p:spPr>
          <a:xfrm>
            <a:off x="401475" y="2070300"/>
            <a:ext cx="3880800" cy="50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1300"/>
              <a:buFont typeface="Poppins"/>
              <a:buNone/>
              <a:defRPr b="1" sz="13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70" name="Google Shape;270;p27"/>
          <p:cNvSpPr txBox="1"/>
          <p:nvPr>
            <p:ph idx="2" type="body"/>
          </p:nvPr>
        </p:nvSpPr>
        <p:spPr>
          <a:xfrm>
            <a:off x="401475" y="2747300"/>
            <a:ext cx="3975300" cy="189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●"/>
              <a:defRPr sz="900">
                <a:latin typeface="Poppins"/>
                <a:ea typeface="Poppins"/>
                <a:cs typeface="Poppins"/>
                <a:sym typeface="Poppins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○"/>
              <a:defRPr sz="900">
                <a:latin typeface="Poppins"/>
                <a:ea typeface="Poppins"/>
                <a:cs typeface="Poppins"/>
                <a:sym typeface="Poppins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■"/>
              <a:defRPr sz="900">
                <a:latin typeface="Poppins"/>
                <a:ea typeface="Poppins"/>
                <a:cs typeface="Poppins"/>
                <a:sym typeface="Poppins"/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●"/>
              <a:defRPr sz="900">
                <a:latin typeface="Poppins"/>
                <a:ea typeface="Poppins"/>
                <a:cs typeface="Poppins"/>
                <a:sym typeface="Poppins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○"/>
              <a:defRPr sz="900">
                <a:latin typeface="Poppins"/>
                <a:ea typeface="Poppins"/>
                <a:cs typeface="Poppins"/>
                <a:sym typeface="Poppins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■"/>
              <a:defRPr sz="900">
                <a:latin typeface="Poppins"/>
                <a:ea typeface="Poppins"/>
                <a:cs typeface="Poppins"/>
                <a:sym typeface="Poppins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●"/>
              <a:defRPr sz="900">
                <a:latin typeface="Poppins"/>
                <a:ea typeface="Poppins"/>
                <a:cs typeface="Poppins"/>
                <a:sym typeface="Poppins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○"/>
              <a:defRPr sz="900">
                <a:latin typeface="Poppins"/>
                <a:ea typeface="Poppins"/>
                <a:cs typeface="Poppins"/>
                <a:sym typeface="Poppins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■"/>
              <a:defRPr sz="9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1" name="Google Shape;271;p27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7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rgbClr val="03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+Photo_2">
  <p:cSld name="MAIN_POINT_1">
    <p:bg>
      <p:bgPr>
        <a:solidFill>
          <a:srgbClr val="000000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8"/>
          <p:cNvSpPr txBox="1"/>
          <p:nvPr>
            <p:ph type="title"/>
          </p:nvPr>
        </p:nvSpPr>
        <p:spPr>
          <a:xfrm>
            <a:off x="367975" y="314875"/>
            <a:ext cx="3975300" cy="146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5" name="Google Shape;275;p28"/>
          <p:cNvSpPr txBox="1"/>
          <p:nvPr>
            <p:ph idx="1" type="subTitle"/>
          </p:nvPr>
        </p:nvSpPr>
        <p:spPr>
          <a:xfrm>
            <a:off x="401475" y="2070300"/>
            <a:ext cx="3880800" cy="50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None/>
              <a:defRPr b="1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76" name="Google Shape;276;p28"/>
          <p:cNvSpPr txBox="1"/>
          <p:nvPr>
            <p:ph idx="2" type="body"/>
          </p:nvPr>
        </p:nvSpPr>
        <p:spPr>
          <a:xfrm>
            <a:off x="401475" y="2747300"/>
            <a:ext cx="3975300" cy="189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277" name="Google Shape;277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8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8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sz="900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+Photo_2">
  <p:cSld name="MAIN_POINT_1_1">
    <p:bg>
      <p:bgPr>
        <a:solidFill>
          <a:srgbClr val="0062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9"/>
          <p:cNvSpPr txBox="1"/>
          <p:nvPr>
            <p:ph type="title"/>
          </p:nvPr>
        </p:nvSpPr>
        <p:spPr>
          <a:xfrm>
            <a:off x="367975" y="314875"/>
            <a:ext cx="3975300" cy="146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2" name="Google Shape;282;p29"/>
          <p:cNvSpPr txBox="1"/>
          <p:nvPr>
            <p:ph idx="1" type="subTitle"/>
          </p:nvPr>
        </p:nvSpPr>
        <p:spPr>
          <a:xfrm>
            <a:off x="401475" y="2070300"/>
            <a:ext cx="3880800" cy="50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None/>
              <a:defRPr b="1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83" name="Google Shape;283;p29"/>
          <p:cNvSpPr txBox="1"/>
          <p:nvPr>
            <p:ph idx="2" type="body"/>
          </p:nvPr>
        </p:nvSpPr>
        <p:spPr>
          <a:xfrm>
            <a:off x="401475" y="2747300"/>
            <a:ext cx="3975300" cy="189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○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■"/>
              <a:defRPr sz="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284" name="Google Shape;284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9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9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sz="900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_Colonnes_1">
  <p:cSld name="SECTION_TITLE_AND_DESCRIPTION">
    <p:bg>
      <p:bgPr>
        <a:solidFill>
          <a:schemeClr val="dk1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0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0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1" name="Google Shape;291;p30"/>
          <p:cNvSpPr txBox="1"/>
          <p:nvPr>
            <p:ph type="title"/>
          </p:nvPr>
        </p:nvSpPr>
        <p:spPr>
          <a:xfrm>
            <a:off x="367975" y="307000"/>
            <a:ext cx="5469300" cy="9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3200"/>
              <a:buNone/>
              <a:defRPr>
                <a:solidFill>
                  <a:srgbClr val="0062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2" name="Google Shape;292;p30"/>
          <p:cNvSpPr txBox="1"/>
          <p:nvPr>
            <p:ph idx="1" type="subTitle"/>
          </p:nvPr>
        </p:nvSpPr>
        <p:spPr>
          <a:xfrm>
            <a:off x="417200" y="1574375"/>
            <a:ext cx="5234700" cy="3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1300"/>
              <a:buFont typeface="Poppins"/>
              <a:buNone/>
              <a:defRPr b="1" sz="13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293" name="Google Shape;293;p30"/>
          <p:cNvSpPr txBox="1"/>
          <p:nvPr>
            <p:ph idx="2" type="body"/>
          </p:nvPr>
        </p:nvSpPr>
        <p:spPr>
          <a:xfrm>
            <a:off x="417200" y="2227750"/>
            <a:ext cx="1842000" cy="16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 b="1" sz="900"/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94" name="Google Shape;294;p30"/>
          <p:cNvSpPr txBox="1"/>
          <p:nvPr>
            <p:ph idx="3" type="body"/>
          </p:nvPr>
        </p:nvSpPr>
        <p:spPr>
          <a:xfrm>
            <a:off x="2547767" y="2227750"/>
            <a:ext cx="1842000" cy="16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 b="1" sz="900"/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95" name="Google Shape;295;p30"/>
          <p:cNvSpPr txBox="1"/>
          <p:nvPr>
            <p:ph idx="4" type="body"/>
          </p:nvPr>
        </p:nvSpPr>
        <p:spPr>
          <a:xfrm>
            <a:off x="4678333" y="2227750"/>
            <a:ext cx="1842000" cy="16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 b="1" sz="900"/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96" name="Google Shape;296;p30"/>
          <p:cNvSpPr txBox="1"/>
          <p:nvPr>
            <p:ph idx="5" type="body"/>
          </p:nvPr>
        </p:nvSpPr>
        <p:spPr>
          <a:xfrm>
            <a:off x="6808900" y="2227750"/>
            <a:ext cx="1842000" cy="16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 b="1" sz="900"/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_Colonnes_2">
  <p:cSld name="SECTION_TITLE_AND_DESCRIPTION_1">
    <p:bg>
      <p:bgPr>
        <a:solidFill>
          <a:srgbClr val="0062FF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1"/>
          <p:cNvSpPr txBox="1"/>
          <p:nvPr>
            <p:ph type="title"/>
          </p:nvPr>
        </p:nvSpPr>
        <p:spPr>
          <a:xfrm>
            <a:off x="367975" y="307000"/>
            <a:ext cx="5469300" cy="9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9" name="Google Shape;299;p31"/>
          <p:cNvSpPr txBox="1"/>
          <p:nvPr>
            <p:ph idx="1" type="subTitle"/>
          </p:nvPr>
        </p:nvSpPr>
        <p:spPr>
          <a:xfrm>
            <a:off x="417200" y="1574375"/>
            <a:ext cx="5234700" cy="3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None/>
              <a:defRPr b="1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300" name="Google Shape;300;p31"/>
          <p:cNvSpPr txBox="1"/>
          <p:nvPr>
            <p:ph idx="2" type="body"/>
          </p:nvPr>
        </p:nvSpPr>
        <p:spPr>
          <a:xfrm>
            <a:off x="417200" y="2227750"/>
            <a:ext cx="1842000" cy="16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b="1" sz="900">
                <a:solidFill>
                  <a:schemeClr val="dk1"/>
                </a:solidFill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1" name="Google Shape;301;p31"/>
          <p:cNvSpPr txBox="1"/>
          <p:nvPr>
            <p:ph idx="3" type="body"/>
          </p:nvPr>
        </p:nvSpPr>
        <p:spPr>
          <a:xfrm>
            <a:off x="2547767" y="2227750"/>
            <a:ext cx="1842000" cy="16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b="1" sz="900">
                <a:solidFill>
                  <a:schemeClr val="dk1"/>
                </a:solidFill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2" name="Google Shape;302;p31"/>
          <p:cNvSpPr txBox="1"/>
          <p:nvPr>
            <p:ph idx="4" type="body"/>
          </p:nvPr>
        </p:nvSpPr>
        <p:spPr>
          <a:xfrm>
            <a:off x="4678333" y="2227750"/>
            <a:ext cx="1842000" cy="16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b="1" sz="900">
                <a:solidFill>
                  <a:schemeClr val="dk1"/>
                </a:solidFill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3" name="Google Shape;303;p31"/>
          <p:cNvSpPr txBox="1"/>
          <p:nvPr>
            <p:ph idx="5" type="body"/>
          </p:nvPr>
        </p:nvSpPr>
        <p:spPr>
          <a:xfrm>
            <a:off x="6808900" y="2227750"/>
            <a:ext cx="1842000" cy="16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b="1" sz="900">
                <a:solidFill>
                  <a:schemeClr val="dk1"/>
                </a:solidFill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304" name="Google Shape;304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31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1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sz="900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_Colonnes_3">
  <p:cSld name="SECTION_TITLE_AND_DESCRIPTION_1_1">
    <p:bg>
      <p:bgPr>
        <a:solidFill>
          <a:srgbClr val="000000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2"/>
          <p:cNvSpPr txBox="1"/>
          <p:nvPr>
            <p:ph type="title"/>
          </p:nvPr>
        </p:nvSpPr>
        <p:spPr>
          <a:xfrm>
            <a:off x="367975" y="307000"/>
            <a:ext cx="5469300" cy="9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9" name="Google Shape;309;p32"/>
          <p:cNvSpPr txBox="1"/>
          <p:nvPr>
            <p:ph idx="1" type="subTitle"/>
          </p:nvPr>
        </p:nvSpPr>
        <p:spPr>
          <a:xfrm>
            <a:off x="417200" y="1574375"/>
            <a:ext cx="5234700" cy="3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None/>
              <a:defRPr b="1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310" name="Google Shape;310;p32"/>
          <p:cNvSpPr txBox="1"/>
          <p:nvPr>
            <p:ph idx="2" type="body"/>
          </p:nvPr>
        </p:nvSpPr>
        <p:spPr>
          <a:xfrm>
            <a:off x="417200" y="2227750"/>
            <a:ext cx="1842000" cy="16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b="1" sz="900">
                <a:solidFill>
                  <a:schemeClr val="dk1"/>
                </a:solidFill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1" name="Google Shape;311;p32"/>
          <p:cNvSpPr txBox="1"/>
          <p:nvPr>
            <p:ph idx="3" type="body"/>
          </p:nvPr>
        </p:nvSpPr>
        <p:spPr>
          <a:xfrm>
            <a:off x="2547767" y="2227750"/>
            <a:ext cx="1842000" cy="16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b="1" sz="900">
                <a:solidFill>
                  <a:schemeClr val="dk1"/>
                </a:solidFill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2" name="Google Shape;312;p32"/>
          <p:cNvSpPr txBox="1"/>
          <p:nvPr>
            <p:ph idx="4" type="body"/>
          </p:nvPr>
        </p:nvSpPr>
        <p:spPr>
          <a:xfrm>
            <a:off x="4678333" y="2227750"/>
            <a:ext cx="1842000" cy="16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b="1" sz="900">
                <a:solidFill>
                  <a:schemeClr val="dk1"/>
                </a:solidFill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3" name="Google Shape;313;p32"/>
          <p:cNvSpPr txBox="1"/>
          <p:nvPr>
            <p:ph idx="5" type="body"/>
          </p:nvPr>
        </p:nvSpPr>
        <p:spPr>
          <a:xfrm>
            <a:off x="6808900" y="2227750"/>
            <a:ext cx="1842000" cy="16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b="1" sz="900">
                <a:solidFill>
                  <a:schemeClr val="dk1"/>
                </a:solidFill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314" name="Google Shape;314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2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2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sz="900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_Colonnes+Photo_1">
  <p:cSld name="SECTION_TITLE_AND_DESCRIPTION_2">
    <p:bg>
      <p:bgPr>
        <a:solidFill>
          <a:schemeClr val="dk1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3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3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1" name="Google Shape;321;p33"/>
          <p:cNvSpPr txBox="1"/>
          <p:nvPr>
            <p:ph type="title"/>
          </p:nvPr>
        </p:nvSpPr>
        <p:spPr>
          <a:xfrm>
            <a:off x="367975" y="307000"/>
            <a:ext cx="5469300" cy="9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3200"/>
              <a:buNone/>
              <a:defRPr>
                <a:solidFill>
                  <a:srgbClr val="0062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3"/>
          <p:cNvSpPr txBox="1"/>
          <p:nvPr>
            <p:ph idx="1" type="subTitle"/>
          </p:nvPr>
        </p:nvSpPr>
        <p:spPr>
          <a:xfrm>
            <a:off x="417200" y="1574375"/>
            <a:ext cx="5234700" cy="3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1300"/>
              <a:buFont typeface="Poppins"/>
              <a:buNone/>
              <a:defRPr b="1" sz="13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323" name="Google Shape;323;p33"/>
          <p:cNvSpPr txBox="1"/>
          <p:nvPr>
            <p:ph idx="2" type="body"/>
          </p:nvPr>
        </p:nvSpPr>
        <p:spPr>
          <a:xfrm>
            <a:off x="417200" y="2003175"/>
            <a:ext cx="4260000" cy="16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 b="1" sz="900"/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324" name="Google Shape;324;p33"/>
          <p:cNvSpPr txBox="1"/>
          <p:nvPr>
            <p:ph idx="3" type="body"/>
          </p:nvPr>
        </p:nvSpPr>
        <p:spPr>
          <a:xfrm>
            <a:off x="4677200" y="2003175"/>
            <a:ext cx="4260000" cy="16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 b="1" sz="900"/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325" name="Google Shape;325;p33"/>
          <p:cNvSpPr/>
          <p:nvPr>
            <p:ph idx="4" type="pic"/>
          </p:nvPr>
        </p:nvSpPr>
        <p:spPr>
          <a:xfrm>
            <a:off x="368075" y="3020351"/>
            <a:ext cx="8282700" cy="1621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_Colonnes+Photo_2">
  <p:cSld name="SECTION_TITLE_AND_DESCRIPTION_2_1">
    <p:bg>
      <p:bgPr>
        <a:solidFill>
          <a:srgbClr val="0062FF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4"/>
          <p:cNvSpPr txBox="1"/>
          <p:nvPr>
            <p:ph type="title"/>
          </p:nvPr>
        </p:nvSpPr>
        <p:spPr>
          <a:xfrm>
            <a:off x="367975" y="307000"/>
            <a:ext cx="5469300" cy="9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8" name="Google Shape;328;p34"/>
          <p:cNvSpPr txBox="1"/>
          <p:nvPr>
            <p:ph idx="1" type="subTitle"/>
          </p:nvPr>
        </p:nvSpPr>
        <p:spPr>
          <a:xfrm>
            <a:off x="417200" y="1574375"/>
            <a:ext cx="5234700" cy="3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None/>
              <a:defRPr b="1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329" name="Google Shape;329;p34"/>
          <p:cNvSpPr txBox="1"/>
          <p:nvPr>
            <p:ph idx="2" type="body"/>
          </p:nvPr>
        </p:nvSpPr>
        <p:spPr>
          <a:xfrm>
            <a:off x="417200" y="2003175"/>
            <a:ext cx="4260000" cy="16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b="1" sz="900">
                <a:solidFill>
                  <a:schemeClr val="dk1"/>
                </a:solidFill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0" name="Google Shape;330;p34"/>
          <p:cNvSpPr txBox="1"/>
          <p:nvPr>
            <p:ph idx="3" type="body"/>
          </p:nvPr>
        </p:nvSpPr>
        <p:spPr>
          <a:xfrm>
            <a:off x="4677200" y="2003175"/>
            <a:ext cx="4260000" cy="16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b="1" sz="900">
                <a:solidFill>
                  <a:schemeClr val="dk1"/>
                </a:solidFill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331" name="Google Shape;331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4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4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sz="900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4" name="Google Shape;334;p34"/>
          <p:cNvSpPr/>
          <p:nvPr>
            <p:ph idx="4" type="pic"/>
          </p:nvPr>
        </p:nvSpPr>
        <p:spPr>
          <a:xfrm>
            <a:off x="368075" y="3020351"/>
            <a:ext cx="8282700" cy="1621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_Colonnes+Photo_3">
  <p:cSld name="SECTION_TITLE_AND_DESCRIPTION_2_1_1">
    <p:bg>
      <p:bgPr>
        <a:solidFill>
          <a:srgbClr val="000000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5"/>
          <p:cNvSpPr txBox="1"/>
          <p:nvPr>
            <p:ph type="title"/>
          </p:nvPr>
        </p:nvSpPr>
        <p:spPr>
          <a:xfrm>
            <a:off x="367975" y="307000"/>
            <a:ext cx="5469300" cy="9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7" name="Google Shape;337;p35"/>
          <p:cNvSpPr txBox="1"/>
          <p:nvPr>
            <p:ph idx="1" type="subTitle"/>
          </p:nvPr>
        </p:nvSpPr>
        <p:spPr>
          <a:xfrm>
            <a:off x="417200" y="1574375"/>
            <a:ext cx="5234700" cy="3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None/>
              <a:defRPr b="1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338" name="Google Shape;338;p35"/>
          <p:cNvSpPr txBox="1"/>
          <p:nvPr>
            <p:ph idx="2" type="body"/>
          </p:nvPr>
        </p:nvSpPr>
        <p:spPr>
          <a:xfrm>
            <a:off x="417200" y="2003175"/>
            <a:ext cx="4260000" cy="16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b="1" sz="900">
                <a:solidFill>
                  <a:schemeClr val="dk1"/>
                </a:solidFill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9" name="Google Shape;339;p35"/>
          <p:cNvSpPr txBox="1"/>
          <p:nvPr>
            <p:ph idx="3" type="body"/>
          </p:nvPr>
        </p:nvSpPr>
        <p:spPr>
          <a:xfrm>
            <a:off x="4677200" y="2003175"/>
            <a:ext cx="4260000" cy="16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b="1" sz="900">
                <a:solidFill>
                  <a:schemeClr val="dk1"/>
                </a:solidFill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340" name="Google Shape;340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5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5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sz="900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3" name="Google Shape;343;p35"/>
          <p:cNvSpPr/>
          <p:nvPr>
            <p:ph idx="4" type="pic"/>
          </p:nvPr>
        </p:nvSpPr>
        <p:spPr>
          <a:xfrm>
            <a:off x="368075" y="3020351"/>
            <a:ext cx="8282700" cy="1621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+Texte+Citation_1">
  <p:cSld name="CAPTION_ONLY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6"/>
          <p:cNvSpPr txBox="1"/>
          <p:nvPr>
            <p:ph type="title"/>
          </p:nvPr>
        </p:nvSpPr>
        <p:spPr>
          <a:xfrm>
            <a:off x="367975" y="314875"/>
            <a:ext cx="3333600" cy="17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46" name="Google Shape;346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36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6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9" name="Google Shape;349;p36"/>
          <p:cNvSpPr txBox="1"/>
          <p:nvPr>
            <p:ph idx="1" type="subTitle"/>
          </p:nvPr>
        </p:nvSpPr>
        <p:spPr>
          <a:xfrm>
            <a:off x="4653100" y="436000"/>
            <a:ext cx="5234700" cy="3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1300"/>
              <a:buFont typeface="Poppins"/>
              <a:buNone/>
              <a:defRPr b="1" sz="13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350" name="Google Shape;350;p36"/>
          <p:cNvSpPr txBox="1"/>
          <p:nvPr>
            <p:ph idx="2" type="body"/>
          </p:nvPr>
        </p:nvSpPr>
        <p:spPr>
          <a:xfrm>
            <a:off x="4653100" y="1073925"/>
            <a:ext cx="4260000" cy="16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351" name="Google Shape;351;p36"/>
          <p:cNvSpPr/>
          <p:nvPr>
            <p:ph idx="3" type="pic"/>
          </p:nvPr>
        </p:nvSpPr>
        <p:spPr>
          <a:xfrm>
            <a:off x="4698950" y="3050125"/>
            <a:ext cx="695400" cy="70260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36"/>
          <p:cNvSpPr txBox="1"/>
          <p:nvPr>
            <p:ph idx="4" type="body"/>
          </p:nvPr>
        </p:nvSpPr>
        <p:spPr>
          <a:xfrm>
            <a:off x="5394350" y="3748050"/>
            <a:ext cx="3256500" cy="8934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91425">
            <a:sp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b="1">
                <a:solidFill>
                  <a:schemeClr val="dk1"/>
                </a:solidFill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+Texte+Citation_2">
  <p:cSld name="CAPTION_ONLY_1">
    <p:bg>
      <p:bgPr>
        <a:solidFill>
          <a:srgbClr val="0062FF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7"/>
          <p:cNvSpPr txBox="1"/>
          <p:nvPr>
            <p:ph type="title"/>
          </p:nvPr>
        </p:nvSpPr>
        <p:spPr>
          <a:xfrm>
            <a:off x="367975" y="314875"/>
            <a:ext cx="3333600" cy="17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5" name="Google Shape;355;p37"/>
          <p:cNvSpPr txBox="1"/>
          <p:nvPr>
            <p:ph idx="1" type="subTitle"/>
          </p:nvPr>
        </p:nvSpPr>
        <p:spPr>
          <a:xfrm>
            <a:off x="4653100" y="436000"/>
            <a:ext cx="5234700" cy="3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None/>
              <a:defRPr b="1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356" name="Google Shape;356;p37"/>
          <p:cNvSpPr txBox="1"/>
          <p:nvPr>
            <p:ph idx="2" type="body"/>
          </p:nvPr>
        </p:nvSpPr>
        <p:spPr>
          <a:xfrm>
            <a:off x="4653100" y="1073925"/>
            <a:ext cx="4260000" cy="16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7" name="Google Shape;357;p37"/>
          <p:cNvSpPr/>
          <p:nvPr>
            <p:ph idx="3" type="pic"/>
          </p:nvPr>
        </p:nvSpPr>
        <p:spPr>
          <a:xfrm>
            <a:off x="4698950" y="3050125"/>
            <a:ext cx="695400" cy="702600"/>
          </a:xfrm>
          <a:prstGeom prst="rect">
            <a:avLst/>
          </a:prstGeom>
          <a:noFill/>
          <a:ln>
            <a:noFill/>
          </a:ln>
        </p:spPr>
      </p:sp>
      <p:sp>
        <p:nvSpPr>
          <p:cNvPr id="358" name="Google Shape;358;p37"/>
          <p:cNvSpPr txBox="1"/>
          <p:nvPr>
            <p:ph idx="4" type="body"/>
          </p:nvPr>
        </p:nvSpPr>
        <p:spPr>
          <a:xfrm>
            <a:off x="5394350" y="3748050"/>
            <a:ext cx="3256500" cy="893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Char char="●"/>
              <a:defRPr b="1">
                <a:solidFill>
                  <a:srgbClr val="333333"/>
                </a:solidFill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Char char="○"/>
              <a:defRPr>
                <a:solidFill>
                  <a:srgbClr val="333333"/>
                </a:solidFill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Char char="■"/>
              <a:defRPr>
                <a:solidFill>
                  <a:srgbClr val="333333"/>
                </a:solidFill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Char char="●"/>
              <a:defRPr>
                <a:solidFill>
                  <a:srgbClr val="333333"/>
                </a:solidFill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Char char="○"/>
              <a:defRPr>
                <a:solidFill>
                  <a:srgbClr val="333333"/>
                </a:solidFill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Char char="■"/>
              <a:defRPr>
                <a:solidFill>
                  <a:srgbClr val="333333"/>
                </a:solidFill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Char char="●"/>
              <a:defRPr>
                <a:solidFill>
                  <a:srgbClr val="333333"/>
                </a:solidFill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Char char="○"/>
              <a:defRPr>
                <a:solidFill>
                  <a:srgbClr val="333333"/>
                </a:solidFill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Char char="■"/>
              <a:defRPr>
                <a:solidFill>
                  <a:srgbClr val="333333"/>
                </a:solidFill>
              </a:defRPr>
            </a:lvl9pPr>
          </a:lstStyle>
          <a:p/>
        </p:txBody>
      </p:sp>
      <p:sp>
        <p:nvSpPr>
          <p:cNvPr id="359" name="Google Shape;359;p37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7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sz="900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61" name="Google Shape;361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+Texte+Citation_2">
  <p:cSld name="CAPTION_ONLY_1_1">
    <p:bg>
      <p:bgPr>
        <a:solidFill>
          <a:srgbClr val="000000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8"/>
          <p:cNvSpPr txBox="1"/>
          <p:nvPr>
            <p:ph type="title"/>
          </p:nvPr>
        </p:nvSpPr>
        <p:spPr>
          <a:xfrm>
            <a:off x="367975" y="314875"/>
            <a:ext cx="3333600" cy="17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8"/>
          <p:cNvSpPr txBox="1"/>
          <p:nvPr>
            <p:ph idx="1" type="subTitle"/>
          </p:nvPr>
        </p:nvSpPr>
        <p:spPr>
          <a:xfrm>
            <a:off x="4653100" y="436000"/>
            <a:ext cx="5234700" cy="3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None/>
              <a:defRPr b="1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365" name="Google Shape;365;p38"/>
          <p:cNvSpPr txBox="1"/>
          <p:nvPr>
            <p:ph idx="2" type="body"/>
          </p:nvPr>
        </p:nvSpPr>
        <p:spPr>
          <a:xfrm>
            <a:off x="4653100" y="1073925"/>
            <a:ext cx="4260000" cy="16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>
                <a:solidFill>
                  <a:schemeClr val="dk1"/>
                </a:solidFill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>
                <a:solidFill>
                  <a:schemeClr val="dk1"/>
                </a:solidFill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6" name="Google Shape;366;p38"/>
          <p:cNvSpPr/>
          <p:nvPr>
            <p:ph idx="3" type="pic"/>
          </p:nvPr>
        </p:nvSpPr>
        <p:spPr>
          <a:xfrm>
            <a:off x="4698950" y="3050125"/>
            <a:ext cx="695400" cy="702600"/>
          </a:xfrm>
          <a:prstGeom prst="rect">
            <a:avLst/>
          </a:prstGeom>
          <a:noFill/>
          <a:ln>
            <a:noFill/>
          </a:ln>
        </p:spPr>
      </p:sp>
      <p:sp>
        <p:nvSpPr>
          <p:cNvPr id="367" name="Google Shape;367;p38"/>
          <p:cNvSpPr txBox="1"/>
          <p:nvPr>
            <p:ph idx="4" type="body"/>
          </p:nvPr>
        </p:nvSpPr>
        <p:spPr>
          <a:xfrm>
            <a:off x="5394350" y="3748050"/>
            <a:ext cx="3256500" cy="893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sp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 b="1"/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68" name="Google Shape;368;p38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8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sz="900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70" name="Google Shape;370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s_colonnes_1">
  <p:cSld name="BIG_NUMBER">
    <p:bg>
      <p:bgPr>
        <a:solidFill>
          <a:schemeClr val="dk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9"/>
          <p:cNvSpPr txBox="1"/>
          <p:nvPr>
            <p:ph type="title"/>
          </p:nvPr>
        </p:nvSpPr>
        <p:spPr>
          <a:xfrm>
            <a:off x="367975" y="307000"/>
            <a:ext cx="5469300" cy="9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3200"/>
              <a:buNone/>
              <a:defRPr>
                <a:solidFill>
                  <a:srgbClr val="0062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3" name="Google Shape;373;p39"/>
          <p:cNvSpPr/>
          <p:nvPr>
            <p:ph idx="2" type="pic"/>
          </p:nvPr>
        </p:nvSpPr>
        <p:spPr>
          <a:xfrm>
            <a:off x="371700" y="1610725"/>
            <a:ext cx="1796400" cy="1796400"/>
          </a:xfrm>
          <a:prstGeom prst="rect">
            <a:avLst/>
          </a:prstGeom>
          <a:noFill/>
          <a:ln>
            <a:noFill/>
          </a:ln>
        </p:spPr>
      </p:sp>
      <p:sp>
        <p:nvSpPr>
          <p:cNvPr id="374" name="Google Shape;374;p39"/>
          <p:cNvSpPr txBox="1"/>
          <p:nvPr>
            <p:ph idx="1" type="subTitle"/>
          </p:nvPr>
        </p:nvSpPr>
        <p:spPr>
          <a:xfrm>
            <a:off x="371700" y="3538975"/>
            <a:ext cx="1796400" cy="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1300"/>
              <a:buNone/>
              <a:defRPr b="1" sz="1300">
                <a:solidFill>
                  <a:srgbClr val="0062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375" name="Google Shape;375;p39"/>
          <p:cNvSpPr txBox="1"/>
          <p:nvPr>
            <p:ph idx="3" type="body"/>
          </p:nvPr>
        </p:nvSpPr>
        <p:spPr>
          <a:xfrm>
            <a:off x="402675" y="3949400"/>
            <a:ext cx="17655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76" name="Google Shape;376;p39"/>
          <p:cNvSpPr/>
          <p:nvPr>
            <p:ph idx="4" type="pic"/>
          </p:nvPr>
        </p:nvSpPr>
        <p:spPr>
          <a:xfrm>
            <a:off x="2532550" y="1610725"/>
            <a:ext cx="1796400" cy="1796400"/>
          </a:xfrm>
          <a:prstGeom prst="rect">
            <a:avLst/>
          </a:prstGeom>
          <a:noFill/>
          <a:ln>
            <a:noFill/>
          </a:ln>
        </p:spPr>
      </p:sp>
      <p:sp>
        <p:nvSpPr>
          <p:cNvPr id="377" name="Google Shape;377;p39"/>
          <p:cNvSpPr/>
          <p:nvPr>
            <p:ph idx="5" type="pic"/>
          </p:nvPr>
        </p:nvSpPr>
        <p:spPr>
          <a:xfrm>
            <a:off x="4693400" y="1610725"/>
            <a:ext cx="1796400" cy="1796400"/>
          </a:xfrm>
          <a:prstGeom prst="rect">
            <a:avLst/>
          </a:prstGeom>
          <a:noFill/>
          <a:ln>
            <a:noFill/>
          </a:ln>
        </p:spPr>
      </p:sp>
      <p:sp>
        <p:nvSpPr>
          <p:cNvPr id="378" name="Google Shape;378;p39"/>
          <p:cNvSpPr/>
          <p:nvPr>
            <p:ph idx="6" type="pic"/>
          </p:nvPr>
        </p:nvSpPr>
        <p:spPr>
          <a:xfrm>
            <a:off x="6854250" y="1610725"/>
            <a:ext cx="1796400" cy="1796400"/>
          </a:xfrm>
          <a:prstGeom prst="rect">
            <a:avLst/>
          </a:prstGeom>
          <a:noFill/>
          <a:ln>
            <a:noFill/>
          </a:ln>
        </p:spPr>
      </p:sp>
      <p:sp>
        <p:nvSpPr>
          <p:cNvPr id="379" name="Google Shape;379;p39"/>
          <p:cNvSpPr txBox="1"/>
          <p:nvPr>
            <p:ph idx="7" type="subTitle"/>
          </p:nvPr>
        </p:nvSpPr>
        <p:spPr>
          <a:xfrm>
            <a:off x="2532513" y="3538975"/>
            <a:ext cx="1796400" cy="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1300"/>
              <a:buNone/>
              <a:defRPr b="1" sz="1300">
                <a:solidFill>
                  <a:srgbClr val="0062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380" name="Google Shape;380;p39"/>
          <p:cNvSpPr txBox="1"/>
          <p:nvPr>
            <p:ph idx="8" type="body"/>
          </p:nvPr>
        </p:nvSpPr>
        <p:spPr>
          <a:xfrm>
            <a:off x="2563488" y="3949400"/>
            <a:ext cx="17655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81" name="Google Shape;381;p39"/>
          <p:cNvSpPr txBox="1"/>
          <p:nvPr>
            <p:ph idx="9" type="subTitle"/>
          </p:nvPr>
        </p:nvSpPr>
        <p:spPr>
          <a:xfrm>
            <a:off x="4693338" y="3538975"/>
            <a:ext cx="1796400" cy="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1300"/>
              <a:buNone/>
              <a:defRPr b="1" sz="1300">
                <a:solidFill>
                  <a:srgbClr val="0062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382" name="Google Shape;382;p39"/>
          <p:cNvSpPr txBox="1"/>
          <p:nvPr>
            <p:ph idx="13" type="body"/>
          </p:nvPr>
        </p:nvSpPr>
        <p:spPr>
          <a:xfrm>
            <a:off x="4724313" y="3949400"/>
            <a:ext cx="17655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83" name="Google Shape;383;p39"/>
          <p:cNvSpPr txBox="1"/>
          <p:nvPr>
            <p:ph idx="14" type="subTitle"/>
          </p:nvPr>
        </p:nvSpPr>
        <p:spPr>
          <a:xfrm>
            <a:off x="6854163" y="3538975"/>
            <a:ext cx="1796400" cy="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1300"/>
              <a:buNone/>
              <a:defRPr b="1" sz="1300">
                <a:solidFill>
                  <a:srgbClr val="0062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384" name="Google Shape;384;p39"/>
          <p:cNvSpPr txBox="1"/>
          <p:nvPr>
            <p:ph idx="15" type="body"/>
          </p:nvPr>
        </p:nvSpPr>
        <p:spPr>
          <a:xfrm>
            <a:off x="6885138" y="3949400"/>
            <a:ext cx="17655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pic>
        <p:nvPicPr>
          <p:cNvPr id="385" name="Google Shape;385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9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9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s_colonnes_1 1">
  <p:cSld name="BIG_NUMBER_2">
    <p:bg>
      <p:bgPr>
        <a:solidFill>
          <a:schemeClr val="dk1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0"/>
          <p:cNvSpPr txBox="1"/>
          <p:nvPr>
            <p:ph type="title"/>
          </p:nvPr>
        </p:nvSpPr>
        <p:spPr>
          <a:xfrm>
            <a:off x="367975" y="307000"/>
            <a:ext cx="5469300" cy="9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3200"/>
              <a:buNone/>
              <a:defRPr>
                <a:solidFill>
                  <a:srgbClr val="0062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0" name="Google Shape;390;p40"/>
          <p:cNvSpPr/>
          <p:nvPr>
            <p:ph idx="2" type="pic"/>
          </p:nvPr>
        </p:nvSpPr>
        <p:spPr>
          <a:xfrm>
            <a:off x="371700" y="1610725"/>
            <a:ext cx="1796400" cy="1796400"/>
          </a:xfrm>
          <a:prstGeom prst="rect">
            <a:avLst/>
          </a:prstGeom>
          <a:noFill/>
          <a:ln>
            <a:noFill/>
          </a:ln>
        </p:spPr>
      </p:sp>
      <p:sp>
        <p:nvSpPr>
          <p:cNvPr id="391" name="Google Shape;391;p40"/>
          <p:cNvSpPr txBox="1"/>
          <p:nvPr>
            <p:ph idx="1" type="subTitle"/>
          </p:nvPr>
        </p:nvSpPr>
        <p:spPr>
          <a:xfrm>
            <a:off x="371700" y="3538975"/>
            <a:ext cx="1796400" cy="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1300"/>
              <a:buNone/>
              <a:defRPr b="1" sz="1300">
                <a:solidFill>
                  <a:srgbClr val="0062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392" name="Google Shape;392;p40"/>
          <p:cNvSpPr txBox="1"/>
          <p:nvPr>
            <p:ph idx="3" type="body"/>
          </p:nvPr>
        </p:nvSpPr>
        <p:spPr>
          <a:xfrm>
            <a:off x="402675" y="3949400"/>
            <a:ext cx="17655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93" name="Google Shape;393;p40"/>
          <p:cNvSpPr/>
          <p:nvPr>
            <p:ph idx="4" type="pic"/>
          </p:nvPr>
        </p:nvSpPr>
        <p:spPr>
          <a:xfrm>
            <a:off x="2532550" y="1610725"/>
            <a:ext cx="1796400" cy="1796400"/>
          </a:xfrm>
          <a:prstGeom prst="rect">
            <a:avLst/>
          </a:prstGeom>
          <a:noFill/>
          <a:ln>
            <a:noFill/>
          </a:ln>
        </p:spPr>
      </p:sp>
      <p:sp>
        <p:nvSpPr>
          <p:cNvPr id="394" name="Google Shape;394;p40"/>
          <p:cNvSpPr/>
          <p:nvPr>
            <p:ph idx="5" type="pic"/>
          </p:nvPr>
        </p:nvSpPr>
        <p:spPr>
          <a:xfrm>
            <a:off x="4693400" y="1610725"/>
            <a:ext cx="1796400" cy="1796400"/>
          </a:xfrm>
          <a:prstGeom prst="rect">
            <a:avLst/>
          </a:prstGeom>
          <a:noFill/>
          <a:ln>
            <a:noFill/>
          </a:ln>
        </p:spPr>
      </p:sp>
      <p:sp>
        <p:nvSpPr>
          <p:cNvPr id="395" name="Google Shape;395;p40"/>
          <p:cNvSpPr txBox="1"/>
          <p:nvPr>
            <p:ph idx="6" type="subTitle"/>
          </p:nvPr>
        </p:nvSpPr>
        <p:spPr>
          <a:xfrm>
            <a:off x="2532513" y="3538975"/>
            <a:ext cx="1796400" cy="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1300"/>
              <a:buNone/>
              <a:defRPr b="1" sz="1300">
                <a:solidFill>
                  <a:srgbClr val="0062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396" name="Google Shape;396;p40"/>
          <p:cNvSpPr txBox="1"/>
          <p:nvPr>
            <p:ph idx="7" type="body"/>
          </p:nvPr>
        </p:nvSpPr>
        <p:spPr>
          <a:xfrm>
            <a:off x="2563488" y="3949400"/>
            <a:ext cx="17655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97" name="Google Shape;397;p40"/>
          <p:cNvSpPr txBox="1"/>
          <p:nvPr>
            <p:ph idx="8" type="subTitle"/>
          </p:nvPr>
        </p:nvSpPr>
        <p:spPr>
          <a:xfrm>
            <a:off x="4693338" y="3538975"/>
            <a:ext cx="1796400" cy="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1300"/>
              <a:buNone/>
              <a:defRPr b="1" sz="1300">
                <a:solidFill>
                  <a:srgbClr val="0062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398" name="Google Shape;398;p40"/>
          <p:cNvSpPr txBox="1"/>
          <p:nvPr>
            <p:ph idx="9" type="body"/>
          </p:nvPr>
        </p:nvSpPr>
        <p:spPr>
          <a:xfrm>
            <a:off x="4724313" y="3949400"/>
            <a:ext cx="17655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pic>
        <p:nvPicPr>
          <p:cNvPr id="399" name="Google Shape;399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40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40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s_colonnes_2">
  <p:cSld name="BIG_NUMBER_1">
    <p:bg>
      <p:bgPr>
        <a:solidFill>
          <a:srgbClr val="0062FF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1"/>
          <p:cNvSpPr txBox="1"/>
          <p:nvPr>
            <p:ph type="title"/>
          </p:nvPr>
        </p:nvSpPr>
        <p:spPr>
          <a:xfrm>
            <a:off x="367975" y="307000"/>
            <a:ext cx="5469300" cy="9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4" name="Google Shape;404;p41"/>
          <p:cNvSpPr/>
          <p:nvPr>
            <p:ph idx="2" type="pic"/>
          </p:nvPr>
        </p:nvSpPr>
        <p:spPr>
          <a:xfrm>
            <a:off x="371700" y="1610725"/>
            <a:ext cx="1796400" cy="17964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41"/>
          <p:cNvSpPr txBox="1"/>
          <p:nvPr>
            <p:ph idx="1" type="subTitle"/>
          </p:nvPr>
        </p:nvSpPr>
        <p:spPr>
          <a:xfrm>
            <a:off x="371700" y="3538975"/>
            <a:ext cx="1796400" cy="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06" name="Google Shape;406;p41"/>
          <p:cNvSpPr txBox="1"/>
          <p:nvPr>
            <p:ph idx="3" type="body"/>
          </p:nvPr>
        </p:nvSpPr>
        <p:spPr>
          <a:xfrm>
            <a:off x="402675" y="3949400"/>
            <a:ext cx="17655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7" name="Google Shape;407;p41"/>
          <p:cNvSpPr/>
          <p:nvPr>
            <p:ph idx="4" type="pic"/>
          </p:nvPr>
        </p:nvSpPr>
        <p:spPr>
          <a:xfrm>
            <a:off x="2532550" y="1610725"/>
            <a:ext cx="1796400" cy="1796400"/>
          </a:xfrm>
          <a:prstGeom prst="rect">
            <a:avLst/>
          </a:prstGeom>
          <a:noFill/>
          <a:ln>
            <a:noFill/>
          </a:ln>
        </p:spPr>
      </p:sp>
      <p:sp>
        <p:nvSpPr>
          <p:cNvPr id="408" name="Google Shape;408;p41"/>
          <p:cNvSpPr/>
          <p:nvPr>
            <p:ph idx="5" type="pic"/>
          </p:nvPr>
        </p:nvSpPr>
        <p:spPr>
          <a:xfrm>
            <a:off x="4693400" y="1610725"/>
            <a:ext cx="1796400" cy="1796400"/>
          </a:xfrm>
          <a:prstGeom prst="rect">
            <a:avLst/>
          </a:prstGeom>
          <a:noFill/>
          <a:ln>
            <a:noFill/>
          </a:ln>
        </p:spPr>
      </p:sp>
      <p:sp>
        <p:nvSpPr>
          <p:cNvPr id="409" name="Google Shape;409;p41"/>
          <p:cNvSpPr/>
          <p:nvPr>
            <p:ph idx="6" type="pic"/>
          </p:nvPr>
        </p:nvSpPr>
        <p:spPr>
          <a:xfrm>
            <a:off x="6854250" y="1610725"/>
            <a:ext cx="1796400" cy="1796400"/>
          </a:xfrm>
          <a:prstGeom prst="rect">
            <a:avLst/>
          </a:prstGeom>
          <a:noFill/>
          <a:ln>
            <a:noFill/>
          </a:ln>
        </p:spPr>
      </p:sp>
      <p:sp>
        <p:nvSpPr>
          <p:cNvPr id="410" name="Google Shape;410;p41"/>
          <p:cNvSpPr txBox="1"/>
          <p:nvPr>
            <p:ph idx="7" type="subTitle"/>
          </p:nvPr>
        </p:nvSpPr>
        <p:spPr>
          <a:xfrm>
            <a:off x="2532513" y="3538975"/>
            <a:ext cx="1796400" cy="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11" name="Google Shape;411;p41"/>
          <p:cNvSpPr txBox="1"/>
          <p:nvPr>
            <p:ph idx="8" type="body"/>
          </p:nvPr>
        </p:nvSpPr>
        <p:spPr>
          <a:xfrm>
            <a:off x="2563488" y="3949400"/>
            <a:ext cx="17655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2" name="Google Shape;412;p41"/>
          <p:cNvSpPr txBox="1"/>
          <p:nvPr>
            <p:ph idx="9" type="subTitle"/>
          </p:nvPr>
        </p:nvSpPr>
        <p:spPr>
          <a:xfrm>
            <a:off x="4693338" y="3538975"/>
            <a:ext cx="1796400" cy="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13" name="Google Shape;413;p41"/>
          <p:cNvSpPr txBox="1"/>
          <p:nvPr>
            <p:ph idx="13" type="body"/>
          </p:nvPr>
        </p:nvSpPr>
        <p:spPr>
          <a:xfrm>
            <a:off x="4724313" y="3949400"/>
            <a:ext cx="17655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4" name="Google Shape;414;p41"/>
          <p:cNvSpPr txBox="1"/>
          <p:nvPr>
            <p:ph idx="14" type="subTitle"/>
          </p:nvPr>
        </p:nvSpPr>
        <p:spPr>
          <a:xfrm>
            <a:off x="6854163" y="3538975"/>
            <a:ext cx="1796400" cy="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15" name="Google Shape;415;p41"/>
          <p:cNvSpPr txBox="1"/>
          <p:nvPr>
            <p:ph idx="15" type="body"/>
          </p:nvPr>
        </p:nvSpPr>
        <p:spPr>
          <a:xfrm>
            <a:off x="6885138" y="3949400"/>
            <a:ext cx="17655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416" name="Google Shape;416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41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41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sz="900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s_colonnes_2 1">
  <p:cSld name="BIG_NUMBER_1_2">
    <p:bg>
      <p:bgPr>
        <a:solidFill>
          <a:srgbClr val="0062FF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2"/>
          <p:cNvSpPr txBox="1"/>
          <p:nvPr>
            <p:ph type="title"/>
          </p:nvPr>
        </p:nvSpPr>
        <p:spPr>
          <a:xfrm>
            <a:off x="367975" y="307000"/>
            <a:ext cx="5469300" cy="9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42"/>
          <p:cNvSpPr/>
          <p:nvPr>
            <p:ph idx="2" type="pic"/>
          </p:nvPr>
        </p:nvSpPr>
        <p:spPr>
          <a:xfrm>
            <a:off x="371700" y="1610725"/>
            <a:ext cx="1796400" cy="1796400"/>
          </a:xfrm>
          <a:prstGeom prst="rect">
            <a:avLst/>
          </a:prstGeom>
          <a:noFill/>
          <a:ln>
            <a:noFill/>
          </a:ln>
        </p:spPr>
      </p:sp>
      <p:sp>
        <p:nvSpPr>
          <p:cNvPr id="422" name="Google Shape;422;p42"/>
          <p:cNvSpPr txBox="1"/>
          <p:nvPr>
            <p:ph idx="1" type="subTitle"/>
          </p:nvPr>
        </p:nvSpPr>
        <p:spPr>
          <a:xfrm>
            <a:off x="371700" y="3538975"/>
            <a:ext cx="1796400" cy="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23" name="Google Shape;423;p42"/>
          <p:cNvSpPr txBox="1"/>
          <p:nvPr>
            <p:ph idx="3" type="body"/>
          </p:nvPr>
        </p:nvSpPr>
        <p:spPr>
          <a:xfrm>
            <a:off x="402675" y="3949400"/>
            <a:ext cx="17655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4" name="Google Shape;424;p42"/>
          <p:cNvSpPr/>
          <p:nvPr>
            <p:ph idx="4" type="pic"/>
          </p:nvPr>
        </p:nvSpPr>
        <p:spPr>
          <a:xfrm>
            <a:off x="2532550" y="1610725"/>
            <a:ext cx="1796400" cy="17964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2"/>
          <p:cNvSpPr/>
          <p:nvPr>
            <p:ph idx="5" type="pic"/>
          </p:nvPr>
        </p:nvSpPr>
        <p:spPr>
          <a:xfrm>
            <a:off x="4693400" y="1610725"/>
            <a:ext cx="1796400" cy="17964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2"/>
          <p:cNvSpPr txBox="1"/>
          <p:nvPr>
            <p:ph idx="6" type="subTitle"/>
          </p:nvPr>
        </p:nvSpPr>
        <p:spPr>
          <a:xfrm>
            <a:off x="2532513" y="3538975"/>
            <a:ext cx="1796400" cy="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27" name="Google Shape;427;p42"/>
          <p:cNvSpPr txBox="1"/>
          <p:nvPr>
            <p:ph idx="7" type="body"/>
          </p:nvPr>
        </p:nvSpPr>
        <p:spPr>
          <a:xfrm>
            <a:off x="2563488" y="3949400"/>
            <a:ext cx="17655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8" name="Google Shape;428;p42"/>
          <p:cNvSpPr txBox="1"/>
          <p:nvPr>
            <p:ph idx="8" type="subTitle"/>
          </p:nvPr>
        </p:nvSpPr>
        <p:spPr>
          <a:xfrm>
            <a:off x="4693338" y="3538975"/>
            <a:ext cx="1796400" cy="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29" name="Google Shape;429;p42"/>
          <p:cNvSpPr txBox="1"/>
          <p:nvPr>
            <p:ph idx="9" type="body"/>
          </p:nvPr>
        </p:nvSpPr>
        <p:spPr>
          <a:xfrm>
            <a:off x="4724313" y="3949400"/>
            <a:ext cx="17655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430" name="Google Shape;430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42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42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sz="900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s_colonnes_2">
  <p:cSld name="BIG_NUMBER_1_1">
    <p:bg>
      <p:bgPr>
        <a:solidFill>
          <a:srgbClr val="000000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3"/>
          <p:cNvSpPr txBox="1"/>
          <p:nvPr>
            <p:ph type="title"/>
          </p:nvPr>
        </p:nvSpPr>
        <p:spPr>
          <a:xfrm>
            <a:off x="367975" y="307000"/>
            <a:ext cx="5469300" cy="9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5" name="Google Shape;435;p43"/>
          <p:cNvSpPr/>
          <p:nvPr>
            <p:ph idx="2" type="pic"/>
          </p:nvPr>
        </p:nvSpPr>
        <p:spPr>
          <a:xfrm>
            <a:off x="371700" y="1610725"/>
            <a:ext cx="1796400" cy="1796400"/>
          </a:xfrm>
          <a:prstGeom prst="rect">
            <a:avLst/>
          </a:prstGeom>
          <a:noFill/>
          <a:ln>
            <a:noFill/>
          </a:ln>
        </p:spPr>
      </p:sp>
      <p:sp>
        <p:nvSpPr>
          <p:cNvPr id="436" name="Google Shape;436;p43"/>
          <p:cNvSpPr txBox="1"/>
          <p:nvPr>
            <p:ph idx="1" type="subTitle"/>
          </p:nvPr>
        </p:nvSpPr>
        <p:spPr>
          <a:xfrm>
            <a:off x="371700" y="3538975"/>
            <a:ext cx="1796400" cy="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37" name="Google Shape;437;p43"/>
          <p:cNvSpPr txBox="1"/>
          <p:nvPr>
            <p:ph idx="3" type="body"/>
          </p:nvPr>
        </p:nvSpPr>
        <p:spPr>
          <a:xfrm>
            <a:off x="402675" y="3949400"/>
            <a:ext cx="17655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38" name="Google Shape;438;p43"/>
          <p:cNvSpPr/>
          <p:nvPr>
            <p:ph idx="4" type="pic"/>
          </p:nvPr>
        </p:nvSpPr>
        <p:spPr>
          <a:xfrm>
            <a:off x="2532550" y="1610725"/>
            <a:ext cx="1796400" cy="1796400"/>
          </a:xfrm>
          <a:prstGeom prst="rect">
            <a:avLst/>
          </a:prstGeom>
          <a:noFill/>
          <a:ln>
            <a:noFill/>
          </a:ln>
        </p:spPr>
      </p:sp>
      <p:sp>
        <p:nvSpPr>
          <p:cNvPr id="439" name="Google Shape;439;p43"/>
          <p:cNvSpPr/>
          <p:nvPr>
            <p:ph idx="5" type="pic"/>
          </p:nvPr>
        </p:nvSpPr>
        <p:spPr>
          <a:xfrm>
            <a:off x="4693400" y="1610725"/>
            <a:ext cx="1796400" cy="1796400"/>
          </a:xfrm>
          <a:prstGeom prst="rect">
            <a:avLst/>
          </a:prstGeom>
          <a:noFill/>
          <a:ln>
            <a:noFill/>
          </a:ln>
        </p:spPr>
      </p:sp>
      <p:sp>
        <p:nvSpPr>
          <p:cNvPr id="440" name="Google Shape;440;p43"/>
          <p:cNvSpPr/>
          <p:nvPr>
            <p:ph idx="6" type="pic"/>
          </p:nvPr>
        </p:nvSpPr>
        <p:spPr>
          <a:xfrm>
            <a:off x="6854250" y="1610725"/>
            <a:ext cx="1796400" cy="1796400"/>
          </a:xfrm>
          <a:prstGeom prst="rect">
            <a:avLst/>
          </a:prstGeom>
          <a:noFill/>
          <a:ln>
            <a:noFill/>
          </a:ln>
        </p:spPr>
      </p:sp>
      <p:sp>
        <p:nvSpPr>
          <p:cNvPr id="441" name="Google Shape;441;p43"/>
          <p:cNvSpPr txBox="1"/>
          <p:nvPr>
            <p:ph idx="7" type="subTitle"/>
          </p:nvPr>
        </p:nvSpPr>
        <p:spPr>
          <a:xfrm>
            <a:off x="2532513" y="3538975"/>
            <a:ext cx="1796400" cy="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42" name="Google Shape;442;p43"/>
          <p:cNvSpPr txBox="1"/>
          <p:nvPr>
            <p:ph idx="8" type="body"/>
          </p:nvPr>
        </p:nvSpPr>
        <p:spPr>
          <a:xfrm>
            <a:off x="2563488" y="3949400"/>
            <a:ext cx="17655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3" name="Google Shape;443;p43"/>
          <p:cNvSpPr txBox="1"/>
          <p:nvPr>
            <p:ph idx="9" type="subTitle"/>
          </p:nvPr>
        </p:nvSpPr>
        <p:spPr>
          <a:xfrm>
            <a:off x="4693338" y="3538975"/>
            <a:ext cx="1796400" cy="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44" name="Google Shape;444;p43"/>
          <p:cNvSpPr txBox="1"/>
          <p:nvPr>
            <p:ph idx="13" type="body"/>
          </p:nvPr>
        </p:nvSpPr>
        <p:spPr>
          <a:xfrm>
            <a:off x="4724313" y="3949400"/>
            <a:ext cx="17655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5" name="Google Shape;445;p43"/>
          <p:cNvSpPr txBox="1"/>
          <p:nvPr>
            <p:ph idx="14" type="subTitle"/>
          </p:nvPr>
        </p:nvSpPr>
        <p:spPr>
          <a:xfrm>
            <a:off x="6854163" y="3538975"/>
            <a:ext cx="1796400" cy="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46" name="Google Shape;446;p43"/>
          <p:cNvSpPr txBox="1"/>
          <p:nvPr>
            <p:ph idx="15" type="body"/>
          </p:nvPr>
        </p:nvSpPr>
        <p:spPr>
          <a:xfrm>
            <a:off x="6885138" y="3949400"/>
            <a:ext cx="17655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447" name="Google Shape;447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43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43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sz="900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s_colonnes_2 2">
  <p:cSld name="BIG_NUMBER_1_1_1">
    <p:bg>
      <p:bgPr>
        <a:solidFill>
          <a:srgbClr val="000000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4"/>
          <p:cNvSpPr txBox="1"/>
          <p:nvPr>
            <p:ph type="title"/>
          </p:nvPr>
        </p:nvSpPr>
        <p:spPr>
          <a:xfrm>
            <a:off x="367975" y="307000"/>
            <a:ext cx="5469300" cy="9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2" name="Google Shape;452;p44"/>
          <p:cNvSpPr/>
          <p:nvPr>
            <p:ph idx="2" type="pic"/>
          </p:nvPr>
        </p:nvSpPr>
        <p:spPr>
          <a:xfrm>
            <a:off x="371700" y="1610725"/>
            <a:ext cx="1796400" cy="1796400"/>
          </a:xfrm>
          <a:prstGeom prst="rect">
            <a:avLst/>
          </a:prstGeom>
          <a:noFill/>
          <a:ln>
            <a:noFill/>
          </a:ln>
        </p:spPr>
      </p:sp>
      <p:sp>
        <p:nvSpPr>
          <p:cNvPr id="453" name="Google Shape;453;p44"/>
          <p:cNvSpPr txBox="1"/>
          <p:nvPr>
            <p:ph idx="1" type="subTitle"/>
          </p:nvPr>
        </p:nvSpPr>
        <p:spPr>
          <a:xfrm>
            <a:off x="371700" y="3538975"/>
            <a:ext cx="1796400" cy="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54" name="Google Shape;454;p44"/>
          <p:cNvSpPr txBox="1"/>
          <p:nvPr>
            <p:ph idx="3" type="body"/>
          </p:nvPr>
        </p:nvSpPr>
        <p:spPr>
          <a:xfrm>
            <a:off x="402675" y="3949400"/>
            <a:ext cx="17655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55" name="Google Shape;455;p44"/>
          <p:cNvSpPr/>
          <p:nvPr>
            <p:ph idx="4" type="pic"/>
          </p:nvPr>
        </p:nvSpPr>
        <p:spPr>
          <a:xfrm>
            <a:off x="2532550" y="1610725"/>
            <a:ext cx="1796400" cy="1796400"/>
          </a:xfrm>
          <a:prstGeom prst="rect">
            <a:avLst/>
          </a:prstGeom>
          <a:noFill/>
          <a:ln>
            <a:noFill/>
          </a:ln>
        </p:spPr>
      </p:sp>
      <p:sp>
        <p:nvSpPr>
          <p:cNvPr id="456" name="Google Shape;456;p44"/>
          <p:cNvSpPr/>
          <p:nvPr>
            <p:ph idx="5" type="pic"/>
          </p:nvPr>
        </p:nvSpPr>
        <p:spPr>
          <a:xfrm>
            <a:off x="4693400" y="1610725"/>
            <a:ext cx="1796400" cy="17964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44"/>
          <p:cNvSpPr txBox="1"/>
          <p:nvPr>
            <p:ph idx="6" type="subTitle"/>
          </p:nvPr>
        </p:nvSpPr>
        <p:spPr>
          <a:xfrm>
            <a:off x="2532513" y="3538975"/>
            <a:ext cx="1796400" cy="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58" name="Google Shape;458;p44"/>
          <p:cNvSpPr txBox="1"/>
          <p:nvPr>
            <p:ph idx="7" type="body"/>
          </p:nvPr>
        </p:nvSpPr>
        <p:spPr>
          <a:xfrm>
            <a:off x="2563488" y="3949400"/>
            <a:ext cx="17655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59" name="Google Shape;459;p44"/>
          <p:cNvSpPr txBox="1"/>
          <p:nvPr>
            <p:ph idx="8" type="subTitle"/>
          </p:nvPr>
        </p:nvSpPr>
        <p:spPr>
          <a:xfrm>
            <a:off x="4693338" y="3538975"/>
            <a:ext cx="1796400" cy="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60" name="Google Shape;460;p44"/>
          <p:cNvSpPr txBox="1"/>
          <p:nvPr>
            <p:ph idx="9" type="body"/>
          </p:nvPr>
        </p:nvSpPr>
        <p:spPr>
          <a:xfrm>
            <a:off x="4724313" y="3949400"/>
            <a:ext cx="17655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461" name="Google Shape;461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44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44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sz="900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_1reANNEE" type="blank">
  <p:cSld name="BLANK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5" name="Google Shape;465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45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45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8" name="Google Shape;468;p45"/>
          <p:cNvSpPr txBox="1"/>
          <p:nvPr>
            <p:ph type="title"/>
          </p:nvPr>
        </p:nvSpPr>
        <p:spPr>
          <a:xfrm>
            <a:off x="367975" y="271050"/>
            <a:ext cx="9350700" cy="65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3200"/>
              <a:buNone/>
              <a:defRPr>
                <a:solidFill>
                  <a:srgbClr val="0062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9" name="Google Shape;469;p45"/>
          <p:cNvSpPr txBox="1"/>
          <p:nvPr>
            <p:ph idx="1" type="subTitle"/>
          </p:nvPr>
        </p:nvSpPr>
        <p:spPr>
          <a:xfrm>
            <a:off x="402675" y="1091875"/>
            <a:ext cx="5955000" cy="31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6862"/>
              </a:buClr>
              <a:buSzPts val="1300"/>
              <a:buNone/>
              <a:defRPr b="1" sz="1300">
                <a:solidFill>
                  <a:srgbClr val="FF686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70" name="Google Shape;470;p45"/>
          <p:cNvSpPr txBox="1"/>
          <p:nvPr>
            <p:ph idx="2" type="body"/>
          </p:nvPr>
        </p:nvSpPr>
        <p:spPr>
          <a:xfrm>
            <a:off x="371700" y="1471325"/>
            <a:ext cx="5622000" cy="65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71" name="Google Shape;471;p45"/>
          <p:cNvSpPr txBox="1"/>
          <p:nvPr>
            <p:ph idx="3" type="subTitle"/>
          </p:nvPr>
        </p:nvSpPr>
        <p:spPr>
          <a:xfrm>
            <a:off x="402675" y="2245775"/>
            <a:ext cx="1703700" cy="2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900"/>
              <a:buNone/>
              <a:defRPr b="1">
                <a:solidFill>
                  <a:srgbClr val="0062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72" name="Google Shape;472;p45"/>
          <p:cNvSpPr txBox="1"/>
          <p:nvPr>
            <p:ph idx="4" type="subTitle"/>
          </p:nvPr>
        </p:nvSpPr>
        <p:spPr>
          <a:xfrm>
            <a:off x="3081925" y="2245775"/>
            <a:ext cx="1703700" cy="2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900"/>
              <a:buNone/>
              <a:defRPr b="1">
                <a:solidFill>
                  <a:srgbClr val="0062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73" name="Google Shape;473;p45"/>
          <p:cNvSpPr txBox="1"/>
          <p:nvPr>
            <p:ph idx="5" type="body"/>
          </p:nvPr>
        </p:nvSpPr>
        <p:spPr>
          <a:xfrm>
            <a:off x="3050950" y="2744321"/>
            <a:ext cx="2245800" cy="175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74" name="Google Shape;474;p45"/>
          <p:cNvSpPr txBox="1"/>
          <p:nvPr>
            <p:ph idx="6" type="subTitle"/>
          </p:nvPr>
        </p:nvSpPr>
        <p:spPr>
          <a:xfrm>
            <a:off x="5881775" y="2245775"/>
            <a:ext cx="1703700" cy="2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900"/>
              <a:buNone/>
              <a:defRPr b="1">
                <a:solidFill>
                  <a:srgbClr val="0062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75" name="Google Shape;475;p45"/>
          <p:cNvSpPr txBox="1"/>
          <p:nvPr>
            <p:ph idx="7" type="body"/>
          </p:nvPr>
        </p:nvSpPr>
        <p:spPr>
          <a:xfrm>
            <a:off x="5850800" y="2744321"/>
            <a:ext cx="2245800" cy="175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76" name="Google Shape;476;p45"/>
          <p:cNvSpPr txBox="1"/>
          <p:nvPr>
            <p:ph idx="8" type="body"/>
          </p:nvPr>
        </p:nvSpPr>
        <p:spPr>
          <a:xfrm>
            <a:off x="371700" y="2744321"/>
            <a:ext cx="2245800" cy="175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_2eANNEE">
  <p:cSld name="BLANK_1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" name="Google Shape;478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46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46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1" name="Google Shape;481;p46"/>
          <p:cNvSpPr txBox="1"/>
          <p:nvPr>
            <p:ph type="title"/>
          </p:nvPr>
        </p:nvSpPr>
        <p:spPr>
          <a:xfrm>
            <a:off x="367975" y="271050"/>
            <a:ext cx="9350700" cy="65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3200"/>
              <a:buNone/>
              <a:defRPr>
                <a:solidFill>
                  <a:srgbClr val="0062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46"/>
          <p:cNvSpPr txBox="1"/>
          <p:nvPr>
            <p:ph idx="1" type="subTitle"/>
          </p:nvPr>
        </p:nvSpPr>
        <p:spPr>
          <a:xfrm>
            <a:off x="402675" y="1091875"/>
            <a:ext cx="5955000" cy="31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6862"/>
              </a:buClr>
              <a:buSzPts val="1300"/>
              <a:buNone/>
              <a:defRPr b="1" sz="1300">
                <a:solidFill>
                  <a:srgbClr val="FF686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83" name="Google Shape;483;p46"/>
          <p:cNvSpPr txBox="1"/>
          <p:nvPr/>
        </p:nvSpPr>
        <p:spPr>
          <a:xfrm>
            <a:off x="6462750" y="2092300"/>
            <a:ext cx="2187900" cy="2549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292600" lIns="201150" spcFirstLastPara="1" rIns="201150" wrap="square" tIns="24687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4" name="Google Shape;484;p46"/>
          <p:cNvSpPr/>
          <p:nvPr/>
        </p:nvSpPr>
        <p:spPr>
          <a:xfrm>
            <a:off x="6052050" y="1681600"/>
            <a:ext cx="410700" cy="410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5" name="Google Shape;48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8874" y="1744300"/>
            <a:ext cx="257049" cy="285301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46"/>
          <p:cNvSpPr txBox="1"/>
          <p:nvPr>
            <p:ph idx="2" type="body"/>
          </p:nvPr>
        </p:nvSpPr>
        <p:spPr>
          <a:xfrm>
            <a:off x="6652000" y="2299950"/>
            <a:ext cx="1781100" cy="21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87" name="Google Shape;487;p46"/>
          <p:cNvSpPr txBox="1"/>
          <p:nvPr>
            <p:ph idx="3" type="subTitle"/>
          </p:nvPr>
        </p:nvSpPr>
        <p:spPr>
          <a:xfrm>
            <a:off x="402675" y="1681600"/>
            <a:ext cx="1703700" cy="2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900"/>
              <a:buNone/>
              <a:defRPr b="1">
                <a:solidFill>
                  <a:srgbClr val="0062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88" name="Google Shape;488;p46"/>
          <p:cNvSpPr txBox="1"/>
          <p:nvPr>
            <p:ph idx="4" type="body"/>
          </p:nvPr>
        </p:nvSpPr>
        <p:spPr>
          <a:xfrm>
            <a:off x="371700" y="2180150"/>
            <a:ext cx="5304600" cy="246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o_Colonnes_1">
  <p:cSld name="BLANK_1_1">
    <p:bg>
      <p:bgPr>
        <a:solidFill>
          <a:srgbClr val="0062FF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7"/>
          <p:cNvSpPr txBox="1"/>
          <p:nvPr>
            <p:ph type="title"/>
          </p:nvPr>
        </p:nvSpPr>
        <p:spPr>
          <a:xfrm>
            <a:off x="367975" y="271050"/>
            <a:ext cx="9350700" cy="65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1" name="Google Shape;491;p47"/>
          <p:cNvSpPr/>
          <p:nvPr>
            <p:ph idx="2" type="pic"/>
          </p:nvPr>
        </p:nvSpPr>
        <p:spPr>
          <a:xfrm>
            <a:off x="433675" y="1701988"/>
            <a:ext cx="917100" cy="917100"/>
          </a:xfrm>
          <a:prstGeom prst="ellipse">
            <a:avLst/>
          </a:prstGeom>
          <a:noFill/>
          <a:ln>
            <a:noFill/>
          </a:ln>
        </p:spPr>
      </p:sp>
      <p:pic>
        <p:nvPicPr>
          <p:cNvPr id="492" name="Google Shape;492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47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sz="900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4" name="Google Shape;494;p47"/>
          <p:cNvSpPr txBox="1"/>
          <p:nvPr>
            <p:ph idx="1" type="subTitle"/>
          </p:nvPr>
        </p:nvSpPr>
        <p:spPr>
          <a:xfrm>
            <a:off x="387200" y="2772325"/>
            <a:ext cx="1631400" cy="50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95" name="Google Shape;495;p47"/>
          <p:cNvSpPr/>
          <p:nvPr>
            <p:ph idx="3" type="pic"/>
          </p:nvPr>
        </p:nvSpPr>
        <p:spPr>
          <a:xfrm>
            <a:off x="2618613" y="1703650"/>
            <a:ext cx="917100" cy="917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96" name="Google Shape;496;p47"/>
          <p:cNvSpPr txBox="1"/>
          <p:nvPr>
            <p:ph idx="4" type="subTitle"/>
          </p:nvPr>
        </p:nvSpPr>
        <p:spPr>
          <a:xfrm>
            <a:off x="2595383" y="2772325"/>
            <a:ext cx="1631400" cy="50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497" name="Google Shape;497;p47"/>
          <p:cNvSpPr txBox="1"/>
          <p:nvPr>
            <p:ph idx="5" type="body"/>
          </p:nvPr>
        </p:nvSpPr>
        <p:spPr>
          <a:xfrm>
            <a:off x="2595375" y="3202804"/>
            <a:ext cx="1631400" cy="135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8" name="Google Shape;498;p47"/>
          <p:cNvSpPr/>
          <p:nvPr>
            <p:ph idx="6" type="pic"/>
          </p:nvPr>
        </p:nvSpPr>
        <p:spPr>
          <a:xfrm>
            <a:off x="4803575" y="1703650"/>
            <a:ext cx="917100" cy="917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99" name="Google Shape;499;p47"/>
          <p:cNvSpPr txBox="1"/>
          <p:nvPr>
            <p:ph idx="7" type="subTitle"/>
          </p:nvPr>
        </p:nvSpPr>
        <p:spPr>
          <a:xfrm>
            <a:off x="4803567" y="2772325"/>
            <a:ext cx="1631400" cy="50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500" name="Google Shape;500;p47"/>
          <p:cNvSpPr txBox="1"/>
          <p:nvPr>
            <p:ph idx="8" type="body"/>
          </p:nvPr>
        </p:nvSpPr>
        <p:spPr>
          <a:xfrm>
            <a:off x="4807438" y="3202804"/>
            <a:ext cx="1631400" cy="135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1" name="Google Shape;501;p47"/>
          <p:cNvSpPr/>
          <p:nvPr>
            <p:ph idx="9" type="pic"/>
          </p:nvPr>
        </p:nvSpPr>
        <p:spPr>
          <a:xfrm>
            <a:off x="7058200" y="1703650"/>
            <a:ext cx="917100" cy="917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02" name="Google Shape;502;p47"/>
          <p:cNvSpPr txBox="1"/>
          <p:nvPr>
            <p:ph idx="13" type="subTitle"/>
          </p:nvPr>
        </p:nvSpPr>
        <p:spPr>
          <a:xfrm>
            <a:off x="7011750" y="2772325"/>
            <a:ext cx="1631400" cy="50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503" name="Google Shape;503;p47"/>
          <p:cNvSpPr txBox="1"/>
          <p:nvPr>
            <p:ph idx="14" type="body"/>
          </p:nvPr>
        </p:nvSpPr>
        <p:spPr>
          <a:xfrm>
            <a:off x="7019500" y="3202804"/>
            <a:ext cx="1631400" cy="135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4" name="Google Shape;504;p47"/>
          <p:cNvSpPr txBox="1"/>
          <p:nvPr>
            <p:ph idx="15" type="body"/>
          </p:nvPr>
        </p:nvSpPr>
        <p:spPr>
          <a:xfrm>
            <a:off x="394950" y="3202804"/>
            <a:ext cx="1631400" cy="135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o_Colonnes_2">
  <p:cSld name="BLANK_1_1_2">
    <p:bg>
      <p:bgPr>
        <a:solidFill>
          <a:schemeClr val="dk1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8"/>
          <p:cNvSpPr txBox="1"/>
          <p:nvPr>
            <p:ph type="title"/>
          </p:nvPr>
        </p:nvSpPr>
        <p:spPr>
          <a:xfrm>
            <a:off x="367975" y="271050"/>
            <a:ext cx="9350700" cy="65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3200"/>
              <a:buNone/>
              <a:defRPr>
                <a:solidFill>
                  <a:srgbClr val="0062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7" name="Google Shape;507;p48"/>
          <p:cNvSpPr/>
          <p:nvPr>
            <p:ph idx="2" type="pic"/>
          </p:nvPr>
        </p:nvSpPr>
        <p:spPr>
          <a:xfrm>
            <a:off x="433675" y="1701988"/>
            <a:ext cx="917100" cy="917100"/>
          </a:xfrm>
          <a:prstGeom prst="ellipse">
            <a:avLst/>
          </a:prstGeom>
          <a:noFill/>
          <a:ln>
            <a:noFill/>
          </a:ln>
        </p:spPr>
      </p:sp>
      <p:pic>
        <p:nvPicPr>
          <p:cNvPr id="508" name="Google Shape;508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48"/>
          <p:cNvSpPr txBox="1"/>
          <p:nvPr/>
        </p:nvSpPr>
        <p:spPr>
          <a:xfrm>
            <a:off x="1278050" y="4814725"/>
            <a:ext cx="16314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_xxxxxxxxxxxxxxxxxxxxxxxx</a:t>
            </a:r>
            <a:endParaRPr sz="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0" name="Google Shape;510;p48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sz="900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1" name="Google Shape;511;p48"/>
          <p:cNvSpPr txBox="1"/>
          <p:nvPr>
            <p:ph idx="1" type="subTitle"/>
          </p:nvPr>
        </p:nvSpPr>
        <p:spPr>
          <a:xfrm>
            <a:off x="387200" y="2772325"/>
            <a:ext cx="1631400" cy="50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1300"/>
              <a:buNone/>
              <a:defRPr b="1" sz="1300">
                <a:solidFill>
                  <a:srgbClr val="0062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512" name="Google Shape;512;p48"/>
          <p:cNvSpPr txBox="1"/>
          <p:nvPr>
            <p:ph idx="3" type="body"/>
          </p:nvPr>
        </p:nvSpPr>
        <p:spPr>
          <a:xfrm>
            <a:off x="394950" y="3202804"/>
            <a:ext cx="1631400" cy="135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13" name="Google Shape;513;p48"/>
          <p:cNvSpPr/>
          <p:nvPr>
            <p:ph idx="4" type="pic"/>
          </p:nvPr>
        </p:nvSpPr>
        <p:spPr>
          <a:xfrm>
            <a:off x="2618613" y="1703650"/>
            <a:ext cx="917100" cy="917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14" name="Google Shape;514;p48"/>
          <p:cNvSpPr txBox="1"/>
          <p:nvPr>
            <p:ph idx="5" type="subTitle"/>
          </p:nvPr>
        </p:nvSpPr>
        <p:spPr>
          <a:xfrm>
            <a:off x="2595383" y="2772325"/>
            <a:ext cx="1631400" cy="50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1300"/>
              <a:buNone/>
              <a:defRPr b="1" sz="1300">
                <a:solidFill>
                  <a:srgbClr val="0062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515" name="Google Shape;515;p48"/>
          <p:cNvSpPr txBox="1"/>
          <p:nvPr>
            <p:ph idx="6" type="body"/>
          </p:nvPr>
        </p:nvSpPr>
        <p:spPr>
          <a:xfrm>
            <a:off x="2595375" y="3202804"/>
            <a:ext cx="1631400" cy="135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16" name="Google Shape;516;p48"/>
          <p:cNvSpPr/>
          <p:nvPr>
            <p:ph idx="7" type="pic"/>
          </p:nvPr>
        </p:nvSpPr>
        <p:spPr>
          <a:xfrm>
            <a:off x="4803575" y="1703650"/>
            <a:ext cx="917100" cy="917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17" name="Google Shape;517;p48"/>
          <p:cNvSpPr txBox="1"/>
          <p:nvPr>
            <p:ph idx="8" type="subTitle"/>
          </p:nvPr>
        </p:nvSpPr>
        <p:spPr>
          <a:xfrm>
            <a:off x="4803567" y="2772325"/>
            <a:ext cx="1631400" cy="50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1300"/>
              <a:buNone/>
              <a:defRPr b="1" sz="1300">
                <a:solidFill>
                  <a:srgbClr val="0062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518" name="Google Shape;518;p48"/>
          <p:cNvSpPr txBox="1"/>
          <p:nvPr>
            <p:ph idx="9" type="body"/>
          </p:nvPr>
        </p:nvSpPr>
        <p:spPr>
          <a:xfrm>
            <a:off x="4807438" y="3202804"/>
            <a:ext cx="1631400" cy="135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19" name="Google Shape;519;p48"/>
          <p:cNvSpPr/>
          <p:nvPr>
            <p:ph idx="13" type="pic"/>
          </p:nvPr>
        </p:nvSpPr>
        <p:spPr>
          <a:xfrm>
            <a:off x="7058200" y="1703650"/>
            <a:ext cx="917100" cy="917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20" name="Google Shape;520;p48"/>
          <p:cNvSpPr txBox="1"/>
          <p:nvPr>
            <p:ph idx="14" type="subTitle"/>
          </p:nvPr>
        </p:nvSpPr>
        <p:spPr>
          <a:xfrm>
            <a:off x="7011750" y="2772325"/>
            <a:ext cx="1631400" cy="50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62FF"/>
              </a:buClr>
              <a:buSzPts val="1300"/>
              <a:buNone/>
              <a:defRPr b="1" sz="1300">
                <a:solidFill>
                  <a:srgbClr val="0062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521" name="Google Shape;521;p48"/>
          <p:cNvSpPr txBox="1"/>
          <p:nvPr>
            <p:ph idx="15" type="body"/>
          </p:nvPr>
        </p:nvSpPr>
        <p:spPr>
          <a:xfrm>
            <a:off x="7019500" y="3202804"/>
            <a:ext cx="1631400" cy="135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pic>
        <p:nvPicPr>
          <p:cNvPr id="522" name="Google Shape;52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48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48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o_Colonnes_2">
  <p:cSld name="BLANK_1_1_1">
    <p:bg>
      <p:bgPr>
        <a:solidFill>
          <a:srgbClr val="000000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49"/>
          <p:cNvSpPr txBox="1"/>
          <p:nvPr>
            <p:ph type="title"/>
          </p:nvPr>
        </p:nvSpPr>
        <p:spPr>
          <a:xfrm>
            <a:off x="367975" y="271050"/>
            <a:ext cx="9350700" cy="65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7" name="Google Shape;527;p49"/>
          <p:cNvSpPr/>
          <p:nvPr>
            <p:ph idx="2" type="pic"/>
          </p:nvPr>
        </p:nvSpPr>
        <p:spPr>
          <a:xfrm>
            <a:off x="433675" y="1701988"/>
            <a:ext cx="917100" cy="917100"/>
          </a:xfrm>
          <a:prstGeom prst="ellipse">
            <a:avLst/>
          </a:prstGeom>
          <a:noFill/>
          <a:ln>
            <a:noFill/>
          </a:ln>
        </p:spPr>
      </p:sp>
      <p:pic>
        <p:nvPicPr>
          <p:cNvPr id="528" name="Google Shape;528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49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lang="en-US" sz="1000">
                <a:solidFill>
                  <a:srgbClr val="00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sz="900">
              <a:solidFill>
                <a:srgbClr val="00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0" name="Google Shape;530;p49"/>
          <p:cNvSpPr txBox="1"/>
          <p:nvPr>
            <p:ph idx="1" type="subTitle"/>
          </p:nvPr>
        </p:nvSpPr>
        <p:spPr>
          <a:xfrm>
            <a:off x="387200" y="2772325"/>
            <a:ext cx="1631400" cy="50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531" name="Google Shape;531;p49"/>
          <p:cNvSpPr/>
          <p:nvPr>
            <p:ph idx="3" type="pic"/>
          </p:nvPr>
        </p:nvSpPr>
        <p:spPr>
          <a:xfrm>
            <a:off x="2618613" y="1703650"/>
            <a:ext cx="917100" cy="917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32" name="Google Shape;532;p49"/>
          <p:cNvSpPr txBox="1"/>
          <p:nvPr>
            <p:ph idx="4" type="subTitle"/>
          </p:nvPr>
        </p:nvSpPr>
        <p:spPr>
          <a:xfrm>
            <a:off x="2595383" y="2772325"/>
            <a:ext cx="1631400" cy="50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533" name="Google Shape;533;p49"/>
          <p:cNvSpPr txBox="1"/>
          <p:nvPr>
            <p:ph idx="5" type="body"/>
          </p:nvPr>
        </p:nvSpPr>
        <p:spPr>
          <a:xfrm>
            <a:off x="2595375" y="3202804"/>
            <a:ext cx="1631400" cy="135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4" name="Google Shape;534;p49"/>
          <p:cNvSpPr/>
          <p:nvPr>
            <p:ph idx="6" type="pic"/>
          </p:nvPr>
        </p:nvSpPr>
        <p:spPr>
          <a:xfrm>
            <a:off x="4803575" y="1703650"/>
            <a:ext cx="917100" cy="917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35" name="Google Shape;535;p49"/>
          <p:cNvSpPr txBox="1"/>
          <p:nvPr>
            <p:ph idx="7" type="subTitle"/>
          </p:nvPr>
        </p:nvSpPr>
        <p:spPr>
          <a:xfrm>
            <a:off x="4803567" y="2772325"/>
            <a:ext cx="1631400" cy="50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536" name="Google Shape;536;p49"/>
          <p:cNvSpPr txBox="1"/>
          <p:nvPr>
            <p:ph idx="8" type="body"/>
          </p:nvPr>
        </p:nvSpPr>
        <p:spPr>
          <a:xfrm>
            <a:off x="4807438" y="3202804"/>
            <a:ext cx="1631400" cy="135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7" name="Google Shape;537;p49"/>
          <p:cNvSpPr/>
          <p:nvPr>
            <p:ph idx="9" type="pic"/>
          </p:nvPr>
        </p:nvSpPr>
        <p:spPr>
          <a:xfrm>
            <a:off x="7058200" y="1703650"/>
            <a:ext cx="917100" cy="917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38" name="Google Shape;538;p49"/>
          <p:cNvSpPr txBox="1"/>
          <p:nvPr>
            <p:ph idx="13" type="subTitle"/>
          </p:nvPr>
        </p:nvSpPr>
        <p:spPr>
          <a:xfrm>
            <a:off x="7011750" y="2772325"/>
            <a:ext cx="1631400" cy="50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539" name="Google Shape;539;p49"/>
          <p:cNvSpPr txBox="1"/>
          <p:nvPr>
            <p:ph idx="14" type="body"/>
          </p:nvPr>
        </p:nvSpPr>
        <p:spPr>
          <a:xfrm>
            <a:off x="7019500" y="3202804"/>
            <a:ext cx="1631400" cy="135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0" name="Google Shape;540;p49"/>
          <p:cNvSpPr txBox="1"/>
          <p:nvPr>
            <p:ph idx="15" type="body"/>
          </p:nvPr>
        </p:nvSpPr>
        <p:spPr>
          <a:xfrm>
            <a:off x="394950" y="3202804"/>
            <a:ext cx="1631400" cy="135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rnière page">
  <p:cSld name="BLANK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Google Shape;54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1075" y="3722500"/>
            <a:ext cx="2236324" cy="21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0099" y="1849550"/>
            <a:ext cx="738287" cy="738299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50"/>
          <p:cNvSpPr txBox="1"/>
          <p:nvPr>
            <p:ph idx="1" type="body"/>
          </p:nvPr>
        </p:nvSpPr>
        <p:spPr>
          <a:xfrm>
            <a:off x="3450975" y="4085650"/>
            <a:ext cx="2236200" cy="3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lio">
  <p:cSld name="CUSTOM_1"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7" name="Google Shape;547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52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52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+folio bleu">
  <p:cSld name="CUSTOM_1_2"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1" name="Google Shape;551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53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53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lang="en-US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4" name="Google Shape;554;p53"/>
          <p:cNvSpPr txBox="1"/>
          <p:nvPr>
            <p:ph type="title"/>
          </p:nvPr>
        </p:nvSpPr>
        <p:spPr>
          <a:xfrm>
            <a:off x="230900" y="221300"/>
            <a:ext cx="8630100" cy="7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362FF"/>
              </a:buClr>
              <a:buSzPts val="3200"/>
              <a:buNone/>
              <a:defRPr>
                <a:solidFill>
                  <a:srgbClr val="0362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lio 1">
  <p:cSld name="CUSTOM_1_1">
    <p:bg>
      <p:bgPr>
        <a:solidFill>
          <a:srgbClr val="0362FF"/>
        </a:solidFill>
      </p:bgPr>
    </p:bg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4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54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3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lang="en-US" sz="1000">
                <a:solidFill>
                  <a:srgbClr val="03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sz="900">
              <a:solidFill>
                <a:srgbClr val="03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58" name="Google Shape;558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+folio blanc">
  <p:cSld name="CUSTOM_1_1_2">
    <p:bg>
      <p:bgPr>
        <a:solidFill>
          <a:srgbClr val="0362FF"/>
        </a:solidFill>
      </p:bgPr>
    </p:bg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55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55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362FF"/>
                </a:solidFill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lang="en-US" sz="1000">
                <a:solidFill>
                  <a:srgbClr val="0362FF"/>
                </a:solidFill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sz="900">
              <a:solidFill>
                <a:srgbClr val="0362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62" name="Google Shape;562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55"/>
          <p:cNvSpPr txBox="1"/>
          <p:nvPr>
            <p:ph type="title"/>
          </p:nvPr>
        </p:nvSpPr>
        <p:spPr>
          <a:xfrm>
            <a:off x="288625" y="202050"/>
            <a:ext cx="8659200" cy="8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lio NB">
  <p:cSld name="CUSTOM_1_1_1">
    <p:bg>
      <p:bgPr>
        <a:solidFill>
          <a:srgbClr val="000000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6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56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lang="en-US" sz="1000"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sz="9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67" name="Google Shape;567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+folio noir">
  <p:cSld name="CUSTOM_1_1_1_1">
    <p:bg>
      <p:bgPr>
        <a:solidFill>
          <a:srgbClr val="000000"/>
        </a:solidFill>
      </p:bgPr>
    </p:bg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57"/>
          <p:cNvSpPr/>
          <p:nvPr/>
        </p:nvSpPr>
        <p:spPr>
          <a:xfrm>
            <a:off x="8650650" y="4641700"/>
            <a:ext cx="493500" cy="501900"/>
          </a:xfrm>
          <a:prstGeom prst="rect">
            <a:avLst/>
          </a:prstGeom>
          <a:solidFill>
            <a:srgbClr val="006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57"/>
          <p:cNvSpPr txBox="1"/>
          <p:nvPr/>
        </p:nvSpPr>
        <p:spPr>
          <a:xfrm>
            <a:off x="8650900" y="4641700"/>
            <a:ext cx="493500" cy="50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Poppins"/>
                <a:ea typeface="Poppins"/>
                <a:cs typeface="Poppins"/>
                <a:sym typeface="Poppins"/>
              </a:rPr>
              <a:t>_</a:t>
            </a:r>
            <a:fld id="{00000000-1234-1234-1234-123412341234}" type="slidenum">
              <a:rPr b="1" lang="en-US" sz="1000">
                <a:latin typeface="Poppins"/>
                <a:ea typeface="Poppins"/>
                <a:cs typeface="Poppins"/>
                <a:sym typeface="Poppins"/>
              </a:rPr>
              <a:t>‹#›</a:t>
            </a:fld>
            <a:endParaRPr b="1" sz="9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71" name="Google Shape;571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975" y="4905100"/>
            <a:ext cx="982851" cy="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57"/>
          <p:cNvSpPr txBox="1"/>
          <p:nvPr>
            <p:ph type="title"/>
          </p:nvPr>
        </p:nvSpPr>
        <p:spPr>
          <a:xfrm>
            <a:off x="288625" y="202050"/>
            <a:ext cx="8659200" cy="8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 1">
  <p:cSld name="TITLE_5"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58"/>
          <p:cNvSpPr txBox="1"/>
          <p:nvPr>
            <p:ph idx="12" type="sldNum"/>
          </p:nvPr>
        </p:nvSpPr>
        <p:spPr>
          <a:xfrm>
            <a:off x="4419600" y="4557417"/>
            <a:ext cx="21336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17150" spcFirstLastPara="1" rIns="17150" wrap="square" tIns="1715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 1 1">
  <p:cSld name="TITLE_5_1">
    <p:bg>
      <p:bgPr>
        <a:solidFill>
          <a:srgbClr val="0062FF"/>
        </a:solidFill>
      </p:bgPr>
    </p:bg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59"/>
          <p:cNvSpPr txBox="1"/>
          <p:nvPr>
            <p:ph idx="12" type="sldNum"/>
          </p:nvPr>
        </p:nvSpPr>
        <p:spPr>
          <a:xfrm>
            <a:off x="4419600" y="4557417"/>
            <a:ext cx="21336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17150" spcFirstLastPara="1" rIns="17150" wrap="square" tIns="1715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rmeture">
  <p:cSld name="TITLE_5_1_2">
    <p:bg>
      <p:bgPr>
        <a:solidFill>
          <a:srgbClr val="0062FF"/>
        </a:solidFill>
      </p:bgPr>
    </p:bg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8" name="Google Shape;578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03650" y="2466375"/>
            <a:ext cx="2236324" cy="210750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60"/>
          <p:cNvSpPr txBox="1"/>
          <p:nvPr>
            <p:ph idx="1" type="body"/>
          </p:nvPr>
        </p:nvSpPr>
        <p:spPr>
          <a:xfrm>
            <a:off x="3414775" y="2750150"/>
            <a:ext cx="2236200" cy="9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rmeture 1">
  <p:cSld name="TITLE_5_1_2_1">
    <p:bg>
      <p:bgPr>
        <a:solidFill>
          <a:srgbClr val="000000"/>
        </a:solidFill>
      </p:bgPr>
    </p:bg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1" name="Google Shape;581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03650" y="2466375"/>
            <a:ext cx="2236324" cy="210750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61"/>
          <p:cNvSpPr txBox="1"/>
          <p:nvPr>
            <p:ph idx="1" type="body"/>
          </p:nvPr>
        </p:nvSpPr>
        <p:spPr>
          <a:xfrm>
            <a:off x="3414775" y="2750150"/>
            <a:ext cx="2236200" cy="9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1pPr>
            <a:lvl2pPr indent="-285750" lvl="1" marL="9144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2pPr>
            <a:lvl3pPr indent="-285750" lvl="2" marL="13716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3pPr>
            <a:lvl4pPr indent="-285750" lvl="3" marL="18288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4pPr>
            <a:lvl5pPr indent="-285750" lvl="4" marL="22860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5pPr>
            <a:lvl6pPr indent="-285750" lvl="5" marL="2743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6pPr>
            <a:lvl7pPr indent="-285750" lvl="6" marL="32004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>
                <a:solidFill>
                  <a:schemeClr val="dk1"/>
                </a:solidFill>
              </a:defRPr>
            </a:lvl7pPr>
            <a:lvl8pPr indent="-285750" lvl="7" marL="36576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>
                <a:solidFill>
                  <a:schemeClr val="dk1"/>
                </a:solidFill>
              </a:defRPr>
            </a:lvl8pPr>
            <a:lvl9pPr indent="-285750" lvl="8" marL="41148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 1 1 1">
  <p:cSld name="TITLE_5_1_1">
    <p:bg>
      <p:bgPr>
        <a:solidFill>
          <a:srgbClr val="000000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62"/>
          <p:cNvSpPr txBox="1"/>
          <p:nvPr>
            <p:ph idx="12" type="sldNum"/>
          </p:nvPr>
        </p:nvSpPr>
        <p:spPr>
          <a:xfrm>
            <a:off x="4419600" y="4557417"/>
            <a:ext cx="21336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17150" spcFirstLastPara="1" rIns="17150" wrap="square" tIns="1715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 2">
  <p:cSld name="TITLE_1_2"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63"/>
          <p:cNvSpPr txBox="1"/>
          <p:nvPr>
            <p:ph idx="12" type="sldNum"/>
          </p:nvPr>
        </p:nvSpPr>
        <p:spPr>
          <a:xfrm>
            <a:off x="4419600" y="4557417"/>
            <a:ext cx="21336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17150" spcFirstLastPara="1" rIns="17150" wrap="square" tIns="1715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 3">
  <p:cSld name="TITLE_6"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64"/>
          <p:cNvSpPr txBox="1"/>
          <p:nvPr>
            <p:ph idx="12" type="sldNum"/>
          </p:nvPr>
        </p:nvSpPr>
        <p:spPr>
          <a:xfrm>
            <a:off x="4419600" y="4557417"/>
            <a:ext cx="21336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17150" spcFirstLastPara="1" rIns="17150" wrap="square" tIns="1715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 3 1">
  <p:cSld name="TITLE_6_1"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65"/>
          <p:cNvSpPr txBox="1"/>
          <p:nvPr>
            <p:ph idx="12" type="sldNum"/>
          </p:nvPr>
        </p:nvSpPr>
        <p:spPr>
          <a:xfrm>
            <a:off x="4419600" y="4557417"/>
            <a:ext cx="21336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17150" spcFirstLastPara="1" rIns="17150" wrap="square" tIns="1715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B9B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B9B9B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20.xml"/><Relationship Id="rId64" Type="http://schemas.openxmlformats.org/officeDocument/2006/relationships/slideLayout" Target="../slideLayouts/slideLayout64.xml"/><Relationship Id="rId63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65" Type="http://schemas.openxmlformats.org/officeDocument/2006/relationships/theme" Target="../theme/theme2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60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54525"/>
            <a:ext cx="8520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b="1" sz="32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5975" y="15460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857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●"/>
              <a:defRPr sz="900">
                <a:latin typeface="Poppins"/>
                <a:ea typeface="Poppins"/>
                <a:cs typeface="Poppins"/>
                <a:sym typeface="Poppins"/>
              </a:defRPr>
            </a:lvl1pPr>
            <a:lvl2pPr indent="-2857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○"/>
              <a:defRPr sz="900">
                <a:latin typeface="Poppins"/>
                <a:ea typeface="Poppins"/>
                <a:cs typeface="Poppins"/>
                <a:sym typeface="Poppins"/>
              </a:defRPr>
            </a:lvl2pPr>
            <a:lvl3pPr indent="-2857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■"/>
              <a:defRPr sz="900">
                <a:latin typeface="Poppins"/>
                <a:ea typeface="Poppins"/>
                <a:cs typeface="Poppins"/>
                <a:sym typeface="Poppins"/>
              </a:defRPr>
            </a:lvl3pPr>
            <a:lvl4pPr indent="-2857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●"/>
              <a:defRPr sz="900">
                <a:latin typeface="Poppins"/>
                <a:ea typeface="Poppins"/>
                <a:cs typeface="Poppins"/>
                <a:sym typeface="Poppins"/>
              </a:defRPr>
            </a:lvl4pPr>
            <a:lvl5pPr indent="-2857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○"/>
              <a:defRPr sz="900">
                <a:latin typeface="Poppins"/>
                <a:ea typeface="Poppins"/>
                <a:cs typeface="Poppins"/>
                <a:sym typeface="Poppins"/>
              </a:defRPr>
            </a:lvl5pPr>
            <a:lvl6pPr indent="-2857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■"/>
              <a:defRPr sz="900">
                <a:latin typeface="Poppins"/>
                <a:ea typeface="Poppins"/>
                <a:cs typeface="Poppins"/>
                <a:sym typeface="Poppins"/>
              </a:defRPr>
            </a:lvl6pPr>
            <a:lvl7pPr indent="-2857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●"/>
              <a:defRPr sz="900">
                <a:latin typeface="Poppins"/>
                <a:ea typeface="Poppins"/>
                <a:cs typeface="Poppins"/>
                <a:sym typeface="Poppins"/>
              </a:defRPr>
            </a:lvl7pPr>
            <a:lvl8pPr indent="-2857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○"/>
              <a:defRPr sz="900">
                <a:latin typeface="Poppins"/>
                <a:ea typeface="Poppins"/>
                <a:cs typeface="Poppins"/>
                <a:sym typeface="Poppins"/>
              </a:defRPr>
            </a:lvl8pPr>
            <a:lvl9pPr indent="-2857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■"/>
              <a:defRPr sz="9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la-maison-connectee.fr/la-croissance-du-marche-des-maisons-connectees-2025-2030/" TargetMode="External"/><Relationship Id="rId4" Type="http://schemas.openxmlformats.org/officeDocument/2006/relationships/hyperlink" Target="https://www.rothelec.fr/enquete-nationale-domotique" TargetMode="External"/><Relationship Id="rId5" Type="http://schemas.openxmlformats.org/officeDocument/2006/relationships/hyperlink" Target="https://www.rothelec.fr/enquete-nationale-domotique" TargetMode="External"/><Relationship Id="rId6" Type="http://schemas.openxmlformats.org/officeDocument/2006/relationships/hyperlink" Target="https://www.francetravail.fr/actualites/le-dossier/numerique-telecoms/domotique/domotique--pour-quels-usages.html" TargetMode="External"/><Relationship Id="rId7" Type="http://schemas.openxmlformats.org/officeDocument/2006/relationships/hyperlink" Target="https://www.xerfi.com/presentationetude/le-marche-de-la-maison-connectee_eee19" TargetMode="External"/><Relationship Id="rId8" Type="http://schemas.openxmlformats.org/officeDocument/2006/relationships/hyperlink" Target="https://www.xerfi.com/presentationetude/le-marche-de-la-maison-connectee_eee19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62FF"/>
        </a:solidFill>
      </p:bgPr>
    </p:bg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66"/>
          <p:cNvSpPr txBox="1"/>
          <p:nvPr>
            <p:ph type="ctrTitle"/>
          </p:nvPr>
        </p:nvSpPr>
        <p:spPr>
          <a:xfrm>
            <a:off x="367975" y="1335450"/>
            <a:ext cx="3945000" cy="285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Cycle en V - </a:t>
            </a:r>
            <a:br>
              <a:rPr lang="en-US"/>
            </a:br>
            <a:r>
              <a:rPr lang="en-US"/>
              <a:t>Entretien PDG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67"/>
          <p:cNvSpPr txBox="1"/>
          <p:nvPr>
            <p:ph type="title"/>
          </p:nvPr>
        </p:nvSpPr>
        <p:spPr>
          <a:xfrm>
            <a:off x="367975" y="314875"/>
            <a:ext cx="3975300" cy="81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Marché cible</a:t>
            </a:r>
            <a:endParaRPr/>
          </a:p>
        </p:txBody>
      </p:sp>
      <p:sp>
        <p:nvSpPr>
          <p:cNvPr id="601" name="Google Shape;601;p67"/>
          <p:cNvSpPr txBox="1"/>
          <p:nvPr/>
        </p:nvSpPr>
        <p:spPr>
          <a:xfrm>
            <a:off x="436950" y="933168"/>
            <a:ext cx="8270100" cy="3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Marché en pleine expansion 4-10 milliards d’euros d’ici 2030 </a:t>
            </a:r>
            <a:r>
              <a:rPr lang="en-US" sz="13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3"/>
              </a:rPr>
              <a:t>Article-1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Le marché progresse à un rythme annuel d'environ 15 % en France. </a:t>
            </a:r>
            <a:r>
              <a:rPr lang="en-US" sz="13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4"/>
              </a:rPr>
              <a:t>Article-2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Près de 86 % à 90 % des foyers français possèdent au moins un objet connecté chez eux. </a:t>
            </a:r>
            <a:r>
              <a:rPr lang="en-US" sz="13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5"/>
              </a:rPr>
              <a:t>Article-2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sng">
                <a:latin typeface="Poppins"/>
                <a:ea typeface="Poppins"/>
                <a:cs typeface="Poppins"/>
                <a:sym typeface="Poppins"/>
              </a:rPr>
              <a:t>Pourquoi les français installent-ils de la domotique ?</a:t>
            </a: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3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6"/>
              </a:rPr>
              <a:t>Article-3</a:t>
            </a: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 / </a:t>
            </a:r>
            <a:r>
              <a:rPr lang="en-US" sz="1300" u="sng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Article-4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Gestion de l'énergie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Sécurité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Confort et automatisation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sng">
                <a:latin typeface="Poppins"/>
                <a:ea typeface="Poppins"/>
                <a:cs typeface="Poppins"/>
                <a:sym typeface="Poppins"/>
              </a:rPr>
              <a:t>Quels sont les freins du secteur ?</a:t>
            </a: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3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8"/>
              </a:rPr>
              <a:t>Article-4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Complexité 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Prix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300">
                <a:latin typeface="Poppins"/>
                <a:ea typeface="Poppins"/>
                <a:cs typeface="Poppins"/>
                <a:sym typeface="Poppins"/>
              </a:rPr>
              <a:t>Sécurité des données</a:t>
            </a:r>
            <a:br>
              <a:rPr lang="en-US" sz="1300">
                <a:latin typeface="Poppins"/>
                <a:ea typeface="Poppins"/>
                <a:cs typeface="Poppins"/>
                <a:sym typeface="Poppins"/>
              </a:rPr>
            </a:b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68"/>
          <p:cNvSpPr txBox="1"/>
          <p:nvPr>
            <p:ph type="title"/>
          </p:nvPr>
        </p:nvSpPr>
        <p:spPr>
          <a:xfrm>
            <a:off x="367975" y="314875"/>
            <a:ext cx="6000600" cy="81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Appel d’offre et solution</a:t>
            </a:r>
            <a:endParaRPr/>
          </a:p>
        </p:txBody>
      </p:sp>
      <p:sp>
        <p:nvSpPr>
          <p:cNvPr id="607" name="Google Shape;607;p68"/>
          <p:cNvSpPr txBox="1"/>
          <p:nvPr/>
        </p:nvSpPr>
        <p:spPr>
          <a:xfrm>
            <a:off x="413750" y="2809400"/>
            <a:ext cx="1614600" cy="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Domotique-corp.fr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8" name="Google Shape;608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744" y="914175"/>
            <a:ext cx="4372401" cy="1895225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68"/>
          <p:cNvSpPr txBox="1"/>
          <p:nvPr/>
        </p:nvSpPr>
        <p:spPr>
          <a:xfrm>
            <a:off x="4894225" y="914175"/>
            <a:ext cx="4093800" cy="17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Une agence de domotique fait appel à nos services pour obtenir un logiciel propriétaire rapidement afin de prendre des parts de marché pendant l’essor 2025-2030.</a:t>
            </a:r>
            <a:br>
              <a:rPr lang="en-US" sz="1200">
                <a:latin typeface="Poppins"/>
                <a:ea typeface="Poppins"/>
                <a:cs typeface="Poppins"/>
                <a:sym typeface="Poppins"/>
              </a:rPr>
            </a:br>
            <a:br>
              <a:rPr lang="en-US" sz="1200">
                <a:latin typeface="Poppins"/>
                <a:ea typeface="Poppins"/>
                <a:cs typeface="Poppins"/>
                <a:sym typeface="Poppins"/>
              </a:rPr>
            </a:b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Projet demandant un recueil des besoins lourd, dans le but de concurrencer des leaders tel que </a:t>
            </a: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HomeAssistant</a:t>
            </a:r>
            <a:endParaRPr b="1"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10" name="Google Shape;610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04625" y="2484812"/>
            <a:ext cx="1127675" cy="1127675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68"/>
          <p:cNvSpPr txBox="1"/>
          <p:nvPr/>
        </p:nvSpPr>
        <p:spPr>
          <a:xfrm>
            <a:off x="403617" y="3039885"/>
            <a:ext cx="42558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Client cible: Maison de 2 étages 80m² avec jardin de 40m²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Ce dont la maison peut disposer : 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Portail électrique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Volets Electrique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Jardin (arrosage)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Chauffage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Eclairage (intérieur et extérieur)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Budget total du client: 2000e - 5000e 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69"/>
          <p:cNvSpPr txBox="1"/>
          <p:nvPr>
            <p:ph type="title"/>
          </p:nvPr>
        </p:nvSpPr>
        <p:spPr>
          <a:xfrm>
            <a:off x="367975" y="314875"/>
            <a:ext cx="8190900" cy="81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Méthodologie &amp; ingénierie des systèmes</a:t>
            </a:r>
            <a:endParaRPr/>
          </a:p>
        </p:txBody>
      </p:sp>
      <p:pic>
        <p:nvPicPr>
          <p:cNvPr id="617" name="Google Shape;61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4375" y="751925"/>
            <a:ext cx="7019625" cy="30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69"/>
          <p:cNvSpPr txBox="1"/>
          <p:nvPr/>
        </p:nvSpPr>
        <p:spPr>
          <a:xfrm>
            <a:off x="81125" y="973525"/>
            <a:ext cx="2239200" cy="35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Poppins"/>
                <a:ea typeface="Poppins"/>
                <a:cs typeface="Poppins"/>
                <a:sym typeface="Poppins"/>
              </a:rPr>
              <a:t>Pourquoi le Cycle en V ? 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Poppins"/>
                <a:ea typeface="Poppins"/>
                <a:cs typeface="Poppins"/>
                <a:sym typeface="Poppins"/>
              </a:rPr>
              <a:t>Recueil des besoins</a:t>
            </a:r>
            <a:r>
              <a:rPr lang="en-US" sz="900">
                <a:latin typeface="Poppins"/>
                <a:ea typeface="Poppins"/>
                <a:cs typeface="Poppins"/>
                <a:sym typeface="Poppins"/>
              </a:rPr>
              <a:t> avec vue d’ensemble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latin typeface="Poppins"/>
                <a:ea typeface="Poppins"/>
                <a:cs typeface="Poppins"/>
                <a:sym typeface="Poppins"/>
              </a:rPr>
              <a:t>Organisation à long terme</a:t>
            </a:r>
            <a:r>
              <a:rPr lang="en-US" sz="900">
                <a:latin typeface="Poppins"/>
                <a:ea typeface="Poppins"/>
                <a:cs typeface="Poppins"/>
                <a:sym typeface="Poppins"/>
              </a:rPr>
              <a:t> pouvant anticiper les problématiques &amp; les besoins pour le projet 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Poppins"/>
                <a:ea typeface="Poppins"/>
                <a:cs typeface="Poppins"/>
                <a:sym typeface="Poppins"/>
              </a:rPr>
              <a:t>Validation</a:t>
            </a:r>
            <a:r>
              <a:rPr lang="en-US" sz="900">
                <a:latin typeface="Poppins"/>
                <a:ea typeface="Poppins"/>
                <a:cs typeface="Poppins"/>
                <a:sym typeface="Poppins"/>
              </a:rPr>
              <a:t> client sur des </a:t>
            </a:r>
            <a:r>
              <a:rPr b="1" lang="en-US" sz="900">
                <a:latin typeface="Poppins"/>
                <a:ea typeface="Poppins"/>
                <a:cs typeface="Poppins"/>
                <a:sym typeface="Poppins"/>
              </a:rPr>
              <a:t>systèmes</a:t>
            </a:r>
            <a:r>
              <a:rPr b="1" lang="en-US" sz="900">
                <a:latin typeface="Poppins"/>
                <a:ea typeface="Poppins"/>
                <a:cs typeface="Poppins"/>
                <a:sym typeface="Poppins"/>
              </a:rPr>
              <a:t> critiques</a:t>
            </a:r>
            <a:r>
              <a:rPr lang="en-US" sz="900">
                <a:latin typeface="Poppins"/>
                <a:ea typeface="Poppins"/>
                <a:cs typeface="Poppins"/>
                <a:sym typeface="Poppins"/>
              </a:rPr>
              <a:t> tel que l’IOT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Poppins"/>
                <a:ea typeface="Poppins"/>
                <a:cs typeface="Poppins"/>
                <a:sym typeface="Poppins"/>
              </a:rPr>
              <a:t>Besoin de voir le client moins souvent qu’en méthode agile moderne, ce qui nous permet de livrer rapidement le produit final une fois les besoins </a:t>
            </a:r>
            <a:r>
              <a:rPr lang="en-US" sz="900">
                <a:latin typeface="Poppins"/>
                <a:ea typeface="Poppins"/>
                <a:cs typeface="Poppins"/>
                <a:sym typeface="Poppins"/>
              </a:rPr>
              <a:t>identifiés</a:t>
            </a:r>
            <a:r>
              <a:rPr lang="en-US" sz="9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70"/>
          <p:cNvSpPr txBox="1"/>
          <p:nvPr>
            <p:ph type="title"/>
          </p:nvPr>
        </p:nvSpPr>
        <p:spPr>
          <a:xfrm>
            <a:off x="367975" y="314875"/>
            <a:ext cx="8190900" cy="81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Méthodologie &amp; ingénierie des systèmes</a:t>
            </a:r>
            <a:endParaRPr/>
          </a:p>
        </p:txBody>
      </p:sp>
      <p:sp>
        <p:nvSpPr>
          <p:cNvPr id="624" name="Google Shape;624;p70"/>
          <p:cNvSpPr txBox="1"/>
          <p:nvPr/>
        </p:nvSpPr>
        <p:spPr>
          <a:xfrm>
            <a:off x="81125" y="973525"/>
            <a:ext cx="2239200" cy="35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Poppins"/>
                <a:ea typeface="Poppins"/>
                <a:cs typeface="Poppins"/>
                <a:sym typeface="Poppins"/>
              </a:rPr>
              <a:t>Le cycle de vie des tests couplé à </a:t>
            </a:r>
            <a:r>
              <a:rPr b="1" lang="en-US" sz="900">
                <a:latin typeface="Poppins"/>
                <a:ea typeface="Poppins"/>
                <a:cs typeface="Poppins"/>
                <a:sym typeface="Poppins"/>
              </a:rPr>
              <a:t>l’extreme programming, au TDD et au BDD</a:t>
            </a:r>
            <a:r>
              <a:rPr lang="en-US" sz="900">
                <a:latin typeface="Poppins"/>
                <a:ea typeface="Poppins"/>
                <a:cs typeface="Poppins"/>
                <a:sym typeface="Poppins"/>
              </a:rPr>
              <a:t> nous permettra d’obtenir une </a:t>
            </a:r>
            <a:r>
              <a:rPr b="1" lang="en-US" sz="900">
                <a:latin typeface="Poppins"/>
                <a:ea typeface="Poppins"/>
                <a:cs typeface="Poppins"/>
                <a:sym typeface="Poppins"/>
              </a:rPr>
              <a:t>très haute qualité logiciel</a:t>
            </a:r>
            <a:r>
              <a:rPr lang="en-US" sz="900">
                <a:latin typeface="Poppins"/>
                <a:ea typeface="Poppins"/>
                <a:cs typeface="Poppins"/>
                <a:sym typeface="Poppins"/>
              </a:rPr>
              <a:t>, sans bloquer sur les processus mis en place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9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25" name="Google Shape;625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7475" y="1288400"/>
            <a:ext cx="6000750" cy="309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62FF"/>
        </a:solidFill>
      </p:bgPr>
    </p:bg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71"/>
          <p:cNvSpPr txBox="1"/>
          <p:nvPr>
            <p:ph type="ctrTitle"/>
          </p:nvPr>
        </p:nvSpPr>
        <p:spPr>
          <a:xfrm>
            <a:off x="367975" y="1335450"/>
            <a:ext cx="3945000" cy="285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Cycle en V - </a:t>
            </a:r>
            <a:br>
              <a:rPr lang="en-US"/>
            </a:br>
            <a:r>
              <a:rPr lang="en-US"/>
              <a:t>Mise en oeuvre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72"/>
          <p:cNvSpPr txBox="1"/>
          <p:nvPr>
            <p:ph type="title"/>
          </p:nvPr>
        </p:nvSpPr>
        <p:spPr>
          <a:xfrm>
            <a:off x="367975" y="314875"/>
            <a:ext cx="8028900" cy="81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Mise en oeuvre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72"/>
          <p:cNvSpPr txBox="1"/>
          <p:nvPr/>
        </p:nvSpPr>
        <p:spPr>
          <a:xfrm>
            <a:off x="429975" y="1379175"/>
            <a:ext cx="2693400" cy="3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7" name="Google Shape;637;p72"/>
          <p:cNvSpPr txBox="1"/>
          <p:nvPr/>
        </p:nvSpPr>
        <p:spPr>
          <a:xfrm>
            <a:off x="405650" y="1079000"/>
            <a:ext cx="8356200" cy="3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●"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Recueillir les </a:t>
            </a: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exigences fonctionnelles, les spécifications fonctionnelles et techniques </a:t>
            </a:r>
            <a:endParaRPr b="1"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●"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Etablir une </a:t>
            </a: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conception générale pour établir les </a:t>
            </a: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processus</a:t>
            </a: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 à mettre en place</a:t>
            </a: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, ainsi que les </a:t>
            </a: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documents qui seront attendu a chaque phase</a:t>
            </a: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 de projet 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●"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Etablir une </a:t>
            </a: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conception détaillé</a:t>
            </a: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, qui fonctionnera comme un </a:t>
            </a: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white paper</a:t>
            </a: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, de preuve de concept. Dans laquelle seront rédigés des </a:t>
            </a: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documentations techniques</a:t>
            </a: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 pour guider les développeurs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●"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La mise en oeuvre se fera de manière </a:t>
            </a: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cyclique, en extreme programming</a:t>
            </a: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, pour s’assurer que les développeurs ne </a:t>
            </a: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butent</a:t>
            </a: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 pas sur des </a:t>
            </a: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problèmes</a:t>
            </a: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 technique. Chaque </a:t>
            </a: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validation</a:t>
            </a: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 de code se fera </a:t>
            </a: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à travers des tests</a:t>
            </a: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, du plus basique au plus technique. </a:t>
            </a:r>
            <a:r>
              <a:rPr b="1" lang="en-US" sz="1200">
                <a:latin typeface="Poppins"/>
                <a:ea typeface="Poppins"/>
                <a:cs typeface="Poppins"/>
                <a:sym typeface="Poppins"/>
              </a:rPr>
              <a:t>Certains tests seront fait avec le client pour valider des parties du projet</a:t>
            </a:r>
            <a:endParaRPr b="1"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73"/>
          <p:cNvSpPr txBox="1"/>
          <p:nvPr>
            <p:ph type="title"/>
          </p:nvPr>
        </p:nvSpPr>
        <p:spPr>
          <a:xfrm>
            <a:off x="367975" y="314875"/>
            <a:ext cx="8028900" cy="81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Mise en oeuvre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43" name="Google Shape;643;p73"/>
          <p:cNvGraphicFramePr/>
          <p:nvPr/>
        </p:nvGraphicFramePr>
        <p:xfrm>
          <a:off x="164023" y="7704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{3CF918A7-029E-4C2E-9733-C002C7E3B96E}</a:tableStyleId>
              </a:tblPr>
              <a:tblGrid>
                <a:gridCol w="711700"/>
                <a:gridCol w="3831800"/>
              </a:tblGrid>
              <a:tr h="31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ID</a:t>
                      </a:r>
                      <a:endParaRPr sz="10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Exigence</a:t>
                      </a:r>
                      <a:endParaRPr sz="10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/>
                </a:tc>
              </a:tr>
              <a:tr h="255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SF-01</a:t>
                      </a:r>
                      <a:endParaRPr sz="10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00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Authentification &amp; Autorisation</a:t>
                      </a:r>
                      <a:endParaRPr sz="10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/>
                </a:tc>
              </a:tr>
              <a:tr h="360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SF-02</a:t>
                      </a:r>
                      <a:endParaRPr sz="10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00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Configuration de l'application et prise en main</a:t>
                      </a:r>
                      <a:endParaRPr sz="10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/>
                </a:tc>
              </a:tr>
              <a:tr h="31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SF-03</a:t>
                      </a:r>
                      <a:endParaRPr sz="10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00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Eclairages &amp; personnalisation</a:t>
                      </a:r>
                      <a:endParaRPr sz="10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/>
                </a:tc>
              </a:tr>
              <a:tr h="31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SF-04</a:t>
                      </a:r>
                      <a:endParaRPr sz="10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Systèmes de chauffage</a:t>
                      </a:r>
                      <a:endParaRPr sz="10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/>
                </a:tc>
              </a:tr>
              <a:tr h="31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SF-05</a:t>
                      </a:r>
                      <a:endParaRPr sz="10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Volets électriques</a:t>
                      </a:r>
                      <a:endParaRPr sz="10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/>
                </a:tc>
              </a:tr>
              <a:tr h="31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SF-06</a:t>
                      </a:r>
                      <a:endParaRPr sz="10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Arrosages automatisés</a:t>
                      </a:r>
                      <a:endParaRPr sz="10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/>
                </a:tc>
              </a:tr>
              <a:tr h="31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SF-07</a:t>
                      </a:r>
                      <a:endParaRPr sz="10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Portique électrique</a:t>
                      </a:r>
                      <a:endParaRPr sz="10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/>
                </a:tc>
              </a:tr>
              <a:tr h="31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SF-08</a:t>
                      </a:r>
                      <a:endParaRPr sz="10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Caméras de surveillance</a:t>
                      </a:r>
                      <a:endParaRPr sz="10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/>
                </a:tc>
              </a:tr>
              <a:tr h="474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SF-09</a:t>
                      </a:r>
                      <a:endParaRPr sz="10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Gestion commune des objets connectés</a:t>
                      </a:r>
                      <a:endParaRPr sz="10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/>
                </a:tc>
              </a:tr>
              <a:tr h="474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SF-10</a:t>
                      </a:r>
                      <a:endParaRPr sz="10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oppins Medium"/>
                          <a:ea typeface="Poppins Medium"/>
                          <a:cs typeface="Poppins Medium"/>
                          <a:sym typeface="Poppins Medium"/>
                        </a:rPr>
                        <a:t>Surveillance de l'état des objets connectés</a:t>
                      </a:r>
                      <a:endParaRPr sz="1000">
                        <a:latin typeface="Poppins Medium"/>
                        <a:ea typeface="Poppins Medium"/>
                        <a:cs typeface="Poppins Medium"/>
                        <a:sym typeface="Poppins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644" name="Google Shape;644;p73" title="Capture d’écran 2026-09-15 à 11.03.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2697" y="778661"/>
            <a:ext cx="4399874" cy="3328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74"/>
          <p:cNvSpPr txBox="1"/>
          <p:nvPr>
            <p:ph type="title"/>
          </p:nvPr>
        </p:nvSpPr>
        <p:spPr>
          <a:xfrm>
            <a:off x="367975" y="314875"/>
            <a:ext cx="8028900" cy="81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Mise en oeuvre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74"/>
          <p:cNvSpPr txBox="1"/>
          <p:nvPr/>
        </p:nvSpPr>
        <p:spPr>
          <a:xfrm>
            <a:off x="429975" y="1379175"/>
            <a:ext cx="2693400" cy="3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51" name="Google Shape;651;p74" title="GANT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750" y="857400"/>
            <a:ext cx="8837151" cy="219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p74" title="backlo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375" y="3053750"/>
            <a:ext cx="7469251" cy="177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75"/>
          <p:cNvSpPr txBox="1"/>
          <p:nvPr>
            <p:ph type="title"/>
          </p:nvPr>
        </p:nvSpPr>
        <p:spPr>
          <a:xfrm>
            <a:off x="257954" y="214022"/>
            <a:ext cx="2355000" cy="81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Mise en oeuvre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8" name="Google Shape;658;p75" title="diagramme-de-cas-dutilis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8481" y="133100"/>
            <a:ext cx="5810049" cy="4937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76"/>
          <p:cNvSpPr txBox="1"/>
          <p:nvPr>
            <p:ph type="title"/>
          </p:nvPr>
        </p:nvSpPr>
        <p:spPr>
          <a:xfrm>
            <a:off x="367975" y="314875"/>
            <a:ext cx="8028900" cy="81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Mise en oeuvre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76"/>
          <p:cNvSpPr txBox="1"/>
          <p:nvPr/>
        </p:nvSpPr>
        <p:spPr>
          <a:xfrm>
            <a:off x="429975" y="1379175"/>
            <a:ext cx="2693400" cy="3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65" name="Google Shape;665;p76" title="Capture d’écran 2026-09-15 à 10.55.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8723" y="710050"/>
            <a:ext cx="6653674" cy="443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0" name="Google Shape;670;p77" title="diagramme-de-deploiem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9700" y="161725"/>
            <a:ext cx="6211249" cy="4796024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77"/>
          <p:cNvSpPr txBox="1"/>
          <p:nvPr>
            <p:ph type="title"/>
          </p:nvPr>
        </p:nvSpPr>
        <p:spPr>
          <a:xfrm>
            <a:off x="367975" y="314875"/>
            <a:ext cx="8028900" cy="81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80"/>
              <a:t>Mise en oeuvre </a:t>
            </a:r>
            <a:endParaRPr sz="258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8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78"/>
          <p:cNvSpPr txBox="1"/>
          <p:nvPr>
            <p:ph type="title"/>
          </p:nvPr>
        </p:nvSpPr>
        <p:spPr>
          <a:xfrm>
            <a:off x="367975" y="314875"/>
            <a:ext cx="8028900" cy="81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Mise en oeuvre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7" name="Google Shape;677;p78" title="diagramme-detat-eclar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4227" y="1109538"/>
            <a:ext cx="4394749" cy="310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p78" title="diagramme-detat-volet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273" y="976450"/>
            <a:ext cx="4256776" cy="4127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79"/>
          <p:cNvSpPr txBox="1"/>
          <p:nvPr>
            <p:ph type="title"/>
          </p:nvPr>
        </p:nvSpPr>
        <p:spPr>
          <a:xfrm>
            <a:off x="367975" y="314875"/>
            <a:ext cx="8028900" cy="81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Méthode agile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Extreme programming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79"/>
          <p:cNvSpPr txBox="1"/>
          <p:nvPr/>
        </p:nvSpPr>
        <p:spPr>
          <a:xfrm>
            <a:off x="429975" y="1379175"/>
            <a:ext cx="3347400" cy="3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Ne jamais faire plus que ce qui est demandé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Poppins"/>
                <a:ea typeface="Poppins"/>
                <a:cs typeface="Poppins"/>
                <a:sym typeface="Poppins"/>
              </a:rPr>
              <a:t>Effectuer du peer programming sur des notions nouvelles a aborder en équipe, ou lors des blocages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85" name="Google Shape;685;p79" title="Capture d’écran 2026-09-15 à 11.08.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0075" y="517025"/>
            <a:ext cx="4392474" cy="397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80"/>
          <p:cNvSpPr txBox="1"/>
          <p:nvPr>
            <p:ph type="title"/>
          </p:nvPr>
        </p:nvSpPr>
        <p:spPr>
          <a:xfrm>
            <a:off x="367975" y="314875"/>
            <a:ext cx="8028900" cy="81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Mise en oeuvre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80"/>
          <p:cNvSpPr txBox="1"/>
          <p:nvPr/>
        </p:nvSpPr>
        <p:spPr>
          <a:xfrm>
            <a:off x="429975" y="1379175"/>
            <a:ext cx="2693400" cy="3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EME_PLATEFORME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